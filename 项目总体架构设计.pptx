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F92"/>
    <a:srgbClr val="FDA007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4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221" y="1854524"/>
            <a:ext cx="9145325" cy="1656052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221" y="3602668"/>
            <a:ext cx="9145325" cy="16560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2024/12/1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321" y="1838644"/>
            <a:ext cx="10517123" cy="43520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321" y="2187825"/>
            <a:ext cx="10517123" cy="2483549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21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094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10" y="1745267"/>
            <a:ext cx="5158534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10" y="2616067"/>
            <a:ext cx="5158534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094" y="1745267"/>
            <a:ext cx="5183939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094" y="2616067"/>
            <a:ext cx="5183939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969" y="2159377"/>
            <a:ext cx="5715828" cy="1382692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969" y="3733855"/>
            <a:ext cx="5715828" cy="1186144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321" y="713797"/>
            <a:ext cx="4682333" cy="142841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3335" y="713797"/>
            <a:ext cx="5712710" cy="54045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321" y="2314277"/>
            <a:ext cx="4682333" cy="38122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2024/12/1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6412" y="365189"/>
            <a:ext cx="909033" cy="5812855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20" y="365189"/>
            <a:ext cx="9447811" cy="581285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321" y="551640"/>
            <a:ext cx="10517123" cy="555994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64264EC-6062-C155-4578-34EB72CB5442}"/>
              </a:ext>
            </a:extLst>
          </p:cNvPr>
          <p:cNvSpPr/>
          <p:nvPr/>
        </p:nvSpPr>
        <p:spPr>
          <a:xfrm>
            <a:off x="0" y="5175131"/>
            <a:ext cx="2930175" cy="12608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门铃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0DB809-3E33-BE13-57CA-8BE72ED6B543}"/>
              </a:ext>
            </a:extLst>
          </p:cNvPr>
          <p:cNvSpPr/>
          <p:nvPr/>
        </p:nvSpPr>
        <p:spPr>
          <a:xfrm>
            <a:off x="1899138" y="5310554"/>
            <a:ext cx="879231" cy="3634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蓝牙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CB1879-B3D1-7A99-B681-51EE2C4304D5}"/>
              </a:ext>
            </a:extLst>
          </p:cNvPr>
          <p:cNvSpPr/>
          <p:nvPr/>
        </p:nvSpPr>
        <p:spPr>
          <a:xfrm>
            <a:off x="0" y="6072556"/>
            <a:ext cx="1230924" cy="36341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按下门铃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8194314-4635-6579-7092-1D836D24B9E9}"/>
              </a:ext>
            </a:extLst>
          </p:cNvPr>
          <p:cNvCxnSpPr>
            <a:cxnSpLocks/>
            <a:stCxn id="2" idx="0"/>
            <a:endCxn id="13" idx="2"/>
          </p:cNvCxnSpPr>
          <p:nvPr/>
        </p:nvCxnSpPr>
        <p:spPr>
          <a:xfrm flipH="1" flipV="1">
            <a:off x="1295401" y="2309446"/>
            <a:ext cx="1043353" cy="300110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165E2A0E-0312-86E6-B20E-0061AFB94785}"/>
              </a:ext>
            </a:extLst>
          </p:cNvPr>
          <p:cNvSpPr/>
          <p:nvPr/>
        </p:nvSpPr>
        <p:spPr>
          <a:xfrm>
            <a:off x="1" y="1235569"/>
            <a:ext cx="2590800" cy="10738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室内接收器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D4FA29C-5479-3C01-BBA3-55F663FF2557}"/>
              </a:ext>
            </a:extLst>
          </p:cNvPr>
          <p:cNvSpPr/>
          <p:nvPr/>
        </p:nvSpPr>
        <p:spPr>
          <a:xfrm>
            <a:off x="1245577" y="3481146"/>
            <a:ext cx="1143000" cy="2611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响铃信号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CE7BEEC-B778-6D52-B719-8FC45CC73333}"/>
              </a:ext>
            </a:extLst>
          </p:cNvPr>
          <p:cNvSpPr/>
          <p:nvPr/>
        </p:nvSpPr>
        <p:spPr>
          <a:xfrm>
            <a:off x="1245576" y="1305809"/>
            <a:ext cx="1143001" cy="2416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发出声音</a:t>
            </a:r>
          </a:p>
        </p:txBody>
      </p:sp>
      <p:sp>
        <p:nvSpPr>
          <p:cNvPr id="24" name="笑脸 23">
            <a:extLst>
              <a:ext uri="{FF2B5EF4-FFF2-40B4-BE49-F238E27FC236}">
                <a16:creationId xmlns:a16="http://schemas.microsoft.com/office/drawing/2014/main" id="{53BA6ECA-2C66-0AF6-AA14-70169FDCB66D}"/>
              </a:ext>
            </a:extLst>
          </p:cNvPr>
          <p:cNvSpPr/>
          <p:nvPr/>
        </p:nvSpPr>
        <p:spPr>
          <a:xfrm>
            <a:off x="6998677" y="904999"/>
            <a:ext cx="855785" cy="867508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0C00DE4-5D92-6D93-F94B-4BDA71B7B143}"/>
              </a:ext>
            </a:extLst>
          </p:cNvPr>
          <p:cNvCxnSpPr>
            <a:cxnSpLocks/>
            <a:stCxn id="13" idx="3"/>
            <a:endCxn id="24" idx="2"/>
          </p:cNvCxnSpPr>
          <p:nvPr/>
        </p:nvCxnSpPr>
        <p:spPr>
          <a:xfrm flipV="1">
            <a:off x="2590801" y="1338753"/>
            <a:ext cx="4407876" cy="43375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622C7B7C-514B-D203-543A-23339879A7AE}"/>
              </a:ext>
            </a:extLst>
          </p:cNvPr>
          <p:cNvSpPr/>
          <p:nvPr/>
        </p:nvSpPr>
        <p:spPr>
          <a:xfrm>
            <a:off x="6885843" y="646384"/>
            <a:ext cx="1257300" cy="2586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听到声音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2F4C39A-DA01-6A9A-B91C-DA7E0244B54A}"/>
              </a:ext>
            </a:extLst>
          </p:cNvPr>
          <p:cNvSpPr/>
          <p:nvPr/>
        </p:nvSpPr>
        <p:spPr>
          <a:xfrm>
            <a:off x="10855570" y="662752"/>
            <a:ext cx="1336430" cy="110975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手机</a:t>
            </a:r>
            <a:r>
              <a:rPr lang="en-US" altLang="zh-CN"/>
              <a:t>App</a:t>
            </a:r>
            <a:r>
              <a:rPr lang="zh-CN" altLang="en-US"/>
              <a:t>或前端页面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6B80AFA-6B42-286F-A444-EC1F5124FD94}"/>
              </a:ext>
            </a:extLst>
          </p:cNvPr>
          <p:cNvCxnSpPr>
            <a:cxnSpLocks/>
            <a:stCxn id="24" idx="6"/>
            <a:endCxn id="32" idx="1"/>
          </p:cNvCxnSpPr>
          <p:nvPr/>
        </p:nvCxnSpPr>
        <p:spPr>
          <a:xfrm flipV="1">
            <a:off x="7854462" y="1217630"/>
            <a:ext cx="3001108" cy="12112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D1EF1515-4674-B68C-151D-33CA4DBCC35F}"/>
              </a:ext>
            </a:extLst>
          </p:cNvPr>
          <p:cNvSpPr/>
          <p:nvPr/>
        </p:nvSpPr>
        <p:spPr>
          <a:xfrm>
            <a:off x="8755240" y="975049"/>
            <a:ext cx="855785" cy="2500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打开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7600384-6EA3-FBC9-536D-BFDC6B45C842}"/>
              </a:ext>
            </a:extLst>
          </p:cNvPr>
          <p:cNvSpPr/>
          <p:nvPr/>
        </p:nvSpPr>
        <p:spPr>
          <a:xfrm>
            <a:off x="10855570" y="5326216"/>
            <a:ext cx="1336430" cy="110975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Mqtt</a:t>
            </a:r>
            <a:r>
              <a:rPr lang="zh-CN" altLang="en-US"/>
              <a:t>服务器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AD2B7C3-40A4-F945-E507-BC429C146F46}"/>
              </a:ext>
            </a:extLst>
          </p:cNvPr>
          <p:cNvCxnSpPr>
            <a:cxnSpLocks/>
            <a:stCxn id="32" idx="2"/>
            <a:endCxn id="41" idx="0"/>
          </p:cNvCxnSpPr>
          <p:nvPr/>
        </p:nvCxnSpPr>
        <p:spPr>
          <a:xfrm>
            <a:off x="11523785" y="1772507"/>
            <a:ext cx="0" cy="355370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DFEEF017-1C96-3370-6C16-997AA7361221}"/>
              </a:ext>
            </a:extLst>
          </p:cNvPr>
          <p:cNvSpPr/>
          <p:nvPr/>
        </p:nvSpPr>
        <p:spPr>
          <a:xfrm>
            <a:off x="11169468" y="3389506"/>
            <a:ext cx="1144617" cy="4422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操作指令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47D48A06-046A-9B5B-CA59-ADC58F275840}"/>
              </a:ext>
            </a:extLst>
          </p:cNvPr>
          <p:cNvCxnSpPr>
            <a:cxnSpLocks/>
            <a:stCxn id="41" idx="1"/>
            <a:endCxn id="47" idx="3"/>
          </p:cNvCxnSpPr>
          <p:nvPr/>
        </p:nvCxnSpPr>
        <p:spPr>
          <a:xfrm flipH="1">
            <a:off x="2930175" y="5881094"/>
            <a:ext cx="7925395" cy="2398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6CF21820-EA85-01A3-726A-67C263467C5C}"/>
              </a:ext>
            </a:extLst>
          </p:cNvPr>
          <p:cNvSpPr/>
          <p:nvPr/>
        </p:nvSpPr>
        <p:spPr>
          <a:xfrm>
            <a:off x="2050944" y="5939258"/>
            <a:ext cx="879231" cy="3634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wifi</a:t>
            </a:r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5C50837-CC06-8629-BB3D-28A178960B0D}"/>
              </a:ext>
            </a:extLst>
          </p:cNvPr>
          <p:cNvSpPr/>
          <p:nvPr/>
        </p:nvSpPr>
        <p:spPr>
          <a:xfrm>
            <a:off x="6866050" y="5822616"/>
            <a:ext cx="1183159" cy="4468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zh-CN" altLang="en-US" b="0" i="0" u="none" strike="noStrike" kern="1200" baseline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操作指令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7E326BE9-D346-209D-515D-B7BC219A779D}"/>
              </a:ext>
            </a:extLst>
          </p:cNvPr>
          <p:cNvCxnSpPr>
            <a:cxnSpLocks/>
            <a:stCxn id="47" idx="3"/>
            <a:endCxn id="54" idx="2"/>
          </p:cNvCxnSpPr>
          <p:nvPr/>
        </p:nvCxnSpPr>
        <p:spPr>
          <a:xfrm flipV="1">
            <a:off x="2930175" y="4017192"/>
            <a:ext cx="3916103" cy="21037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73DE9574-4EF6-40C1-FDEA-B9376A18AAAC}"/>
              </a:ext>
            </a:extLst>
          </p:cNvPr>
          <p:cNvSpPr/>
          <p:nvPr/>
        </p:nvSpPr>
        <p:spPr>
          <a:xfrm>
            <a:off x="6178063" y="2907437"/>
            <a:ext cx="1336430" cy="110975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Websocket</a:t>
            </a:r>
            <a:r>
              <a:rPr lang="zh-CN" altLang="en-US"/>
              <a:t>服务器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1DB79D0-99B0-8A30-4717-015376CCD6E0}"/>
              </a:ext>
            </a:extLst>
          </p:cNvPr>
          <p:cNvSpPr/>
          <p:nvPr/>
        </p:nvSpPr>
        <p:spPr>
          <a:xfrm>
            <a:off x="5422951" y="4638197"/>
            <a:ext cx="1212318" cy="56341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来访者视频</a:t>
            </a:r>
            <a:r>
              <a:rPr lang="en-US" altLang="zh-CN"/>
              <a:t>,</a:t>
            </a:r>
            <a:r>
              <a:rPr lang="zh-CN" altLang="en-US"/>
              <a:t>语音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B966AD25-3383-1976-CAA5-205CAB4D2220}"/>
              </a:ext>
            </a:extLst>
          </p:cNvPr>
          <p:cNvCxnSpPr>
            <a:cxnSpLocks/>
            <a:stCxn id="54" idx="3"/>
            <a:endCxn id="32" idx="2"/>
          </p:cNvCxnSpPr>
          <p:nvPr/>
        </p:nvCxnSpPr>
        <p:spPr>
          <a:xfrm flipV="1">
            <a:off x="7514493" y="1772507"/>
            <a:ext cx="4009292" cy="168980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596C48C5-D567-BA4E-1BA3-61C7A5D06E02}"/>
              </a:ext>
            </a:extLst>
          </p:cNvPr>
          <p:cNvSpPr/>
          <p:nvPr/>
        </p:nvSpPr>
        <p:spPr>
          <a:xfrm>
            <a:off x="8998928" y="2617193"/>
            <a:ext cx="1212318" cy="56341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来访者视频</a:t>
            </a:r>
            <a:r>
              <a:rPr lang="en-US" altLang="zh-CN"/>
              <a:t>,</a:t>
            </a:r>
            <a:r>
              <a:rPr lang="zh-CN" altLang="en-US"/>
              <a:t>语音</a:t>
            </a: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3E3525C-DC5C-3C0A-08A3-078A66AF196A}"/>
              </a:ext>
            </a:extLst>
          </p:cNvPr>
          <p:cNvCxnSpPr>
            <a:cxnSpLocks/>
            <a:stCxn id="32" idx="1"/>
            <a:endCxn id="54" idx="0"/>
          </p:cNvCxnSpPr>
          <p:nvPr/>
        </p:nvCxnSpPr>
        <p:spPr>
          <a:xfrm flipH="1">
            <a:off x="6846278" y="1217630"/>
            <a:ext cx="4009292" cy="168980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1743C1C7-8EBB-5CB9-FE75-92DD46407E4F}"/>
              </a:ext>
            </a:extLst>
          </p:cNvPr>
          <p:cNvCxnSpPr>
            <a:cxnSpLocks/>
            <a:stCxn id="54" idx="1"/>
            <a:endCxn id="47" idx="3"/>
          </p:cNvCxnSpPr>
          <p:nvPr/>
        </p:nvCxnSpPr>
        <p:spPr>
          <a:xfrm flipH="1">
            <a:off x="2930175" y="3462315"/>
            <a:ext cx="3247888" cy="265865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矩形 94">
            <a:extLst>
              <a:ext uri="{FF2B5EF4-FFF2-40B4-BE49-F238E27FC236}">
                <a16:creationId xmlns:a16="http://schemas.microsoft.com/office/drawing/2014/main" id="{96E98D60-76E0-FFAA-5850-C4A22E49BDE8}"/>
              </a:ext>
            </a:extLst>
          </p:cNvPr>
          <p:cNvSpPr/>
          <p:nvPr/>
        </p:nvSpPr>
        <p:spPr>
          <a:xfrm>
            <a:off x="7854462" y="1915505"/>
            <a:ext cx="1212318" cy="56341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主人语音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E2616CA1-0727-7C5A-3613-8C9B4DC8E3DB}"/>
              </a:ext>
            </a:extLst>
          </p:cNvPr>
          <p:cNvSpPr/>
          <p:nvPr/>
        </p:nvSpPr>
        <p:spPr>
          <a:xfrm>
            <a:off x="4102867" y="3909580"/>
            <a:ext cx="1212318" cy="56341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主人语音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DC61554D-2FCF-364E-14AF-1098CB0C2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978" y="662020"/>
            <a:ext cx="3746693" cy="508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2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2" animBg="1"/>
      <p:bldP spid="2" grpId="0" animBg="1"/>
      <p:bldP spid="6" grpId="0" animBg="1"/>
      <p:bldP spid="13" grpId="0" animBg="1"/>
      <p:bldP spid="19" grpId="0" animBg="1"/>
      <p:bldP spid="23" grpId="0" animBg="1"/>
      <p:bldP spid="24" grpId="0" animBg="1"/>
      <p:bldP spid="31" grpId="0" animBg="1"/>
      <p:bldP spid="32" grpId="0" animBg="1"/>
      <p:bldP spid="40" grpId="0" animBg="1"/>
      <p:bldP spid="41" grpId="0" animBg="1"/>
      <p:bldP spid="44" grpId="0" animBg="1"/>
      <p:bldP spid="47" grpId="0" animBg="1"/>
      <p:bldP spid="49" grpId="0" animBg="1"/>
      <p:bldP spid="54" grpId="0" animBg="1"/>
      <p:bldP spid="56" grpId="0" animBg="1"/>
      <p:bldP spid="66" grpId="0" animBg="1"/>
      <p:bldP spid="95" grpId="0" animBg="1"/>
      <p:bldP spid="9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c064124-f537-4a0d-887a-4f44502825de"/>
  <p:tag name="COMMONDATA" val="eyJoZGlkIjoiNWM2ZTM5MWI1NGI2YTlmMTlhZGVmZWRhMzc2ZTZj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/>
      </a:spPr>
      <a:bodyPr wrap="square" rtlCol="0">
        <a:spAutoFit/>
      </a:bodyPr>
      <a:lstStyle>
        <a:defPPr algn="l">
          <a:defRPr sz="1600" dirty="0" smtClean="0">
            <a:latin typeface="宋体" panose="02010600030101010101" pitchFamily="2" charset="-122"/>
            <a:ea typeface="宋体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2018-03-01T02:03:00Z</dcterms:created>
  <dcterms:modified xsi:type="dcterms:W3CDTF">2024-12-01T03:36:33Z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F7B4B2F6CD0549B6AE63142D8D89DB87_12</vt:lpwstr>
  </property>
</Properties>
</file>