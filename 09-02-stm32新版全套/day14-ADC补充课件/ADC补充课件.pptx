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69" r:id="rId3"/>
    <p:sldId id="270" r:id="rId4"/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5" r:id="rId13"/>
    <p:sldId id="264" r:id="rId14"/>
    <p:sldId id="266" r:id="rId15"/>
    <p:sldId id="267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552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398DC1-1E88-4F7D-C1F4-C7F920F785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731ECDE-50B5-5818-C0D7-4BB6C8138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0E0B5D-7E06-8D09-DEB3-E56A27E44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9A440-BB0D-4409-8F46-AF63BEFE399E}" type="datetimeFigureOut">
              <a:rPr lang="zh-CN" altLang="en-US" smtClean="0"/>
              <a:t>2024-11-04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1D073A-75EF-9703-6B19-4631F71AF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7D7B78-8071-CC24-6719-EA6A04CDB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C56BD-7215-43DB-8464-CF6983D25C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5844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C101CF-9B01-2B63-C816-D391A7AA3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9F0FBA-1F9F-FEC5-BA18-6EBD2657F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CBAE32-C3AD-EA89-37CF-700D5C0E6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9A440-BB0D-4409-8F46-AF63BEFE399E}" type="datetimeFigureOut">
              <a:rPr lang="zh-CN" altLang="en-US" smtClean="0"/>
              <a:t>2024-11-04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C3F3D9-2554-AEF7-3039-5B78F6675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2398C3-41E6-000B-F9E6-7C8B57FA3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C56BD-7215-43DB-8464-CF6983D25C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526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13968F-2607-965A-5D60-4334D7730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3C6D312-6C1C-75D0-F8D7-3724B277C1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FAFBE4-D525-2498-2570-B1DFBC710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9A440-BB0D-4409-8F46-AF63BEFE399E}" type="datetimeFigureOut">
              <a:rPr lang="zh-CN" altLang="en-US" smtClean="0"/>
              <a:t>2024-11-04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67E195-8808-1523-10A5-327DB3578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351040-C56C-8B11-4B5D-B49D7BB59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C56BD-7215-43DB-8464-CF6983D25C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9205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D95BCF-2B48-AE49-4C52-E7A2A6D68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74D277-1A61-E0AB-584B-72AF3D67C4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C910ADD-9A97-E870-E6D5-C03EAC10AD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5451E94-73C8-04A0-4001-2F9649C80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9A440-BB0D-4409-8F46-AF63BEFE399E}" type="datetimeFigureOut">
              <a:rPr lang="zh-CN" altLang="en-US" smtClean="0"/>
              <a:t>2024-11-04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6CBD712-541F-3CF0-C39C-738FD9AF9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A05E2B-07FE-DAEF-DC0B-B022DB64F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C56BD-7215-43DB-8464-CF6983D25C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718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E1B507-180F-185E-3F21-C9DE200FB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95BC450-79C6-F9E2-EAE4-50976760C3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5A07685-5F92-2813-6C8C-734E402EAB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D03A9D4-C610-6C9B-0DF9-2DDDFE4765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3914090-DC4E-9BFC-DC49-EE9CD47300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853E2B0-B60F-73E3-8A4E-EF1FD0BB8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9A440-BB0D-4409-8F46-AF63BEFE399E}" type="datetimeFigureOut">
              <a:rPr lang="zh-CN" altLang="en-US" smtClean="0"/>
              <a:t>2024-11-04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6EC98CF-6850-E825-E33C-46BE1B3FA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AC86A60-4085-4D0C-400C-126477088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C56BD-7215-43DB-8464-CF6983D25C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2827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B4D807-0698-D11A-6E09-C7CC51853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FB229A0-00D3-C510-0351-FEC9A50DB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9A440-BB0D-4409-8F46-AF63BEFE399E}" type="datetimeFigureOut">
              <a:rPr lang="zh-CN" altLang="en-US" smtClean="0"/>
              <a:t>2024-11-04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A334106-052D-4831-3E13-AC4180464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5CB0D77-74D3-8F19-D9F1-FE0C669BE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C56BD-7215-43DB-8464-CF6983D25C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7707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21113C2-E019-B65B-7484-3B08C444E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9A440-BB0D-4409-8F46-AF63BEFE399E}" type="datetimeFigureOut">
              <a:rPr lang="zh-CN" altLang="en-US" smtClean="0"/>
              <a:t>2024-11-04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A91444A-6651-B845-2F96-4BF5733A3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D4371B-A2B5-4532-BAFA-4DBCCB9C0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C56BD-7215-43DB-8464-CF6983D25C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0644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9A0A35-1AC9-9284-9098-5BB39C717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05D073-530B-07E4-81C4-D2FC0C0B1C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996DC69-5D5E-D19E-6773-030722E87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4C93C7D-61AB-3D54-4930-68FE3E831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9A440-BB0D-4409-8F46-AF63BEFE399E}" type="datetimeFigureOut">
              <a:rPr lang="zh-CN" altLang="en-US" smtClean="0"/>
              <a:t>2024-11-04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EDD00CA-1B65-7D3F-ADBC-D0B962610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2D02EF8-B63B-34A4-EAAF-579F50254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C56BD-7215-43DB-8464-CF6983D25C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4005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9EC980-8251-0399-C14F-0810C1D78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4078EA4-7C58-4662-B455-800DD0EF15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1FD4B3F-5D06-2E4D-0F9D-43CD7D24B6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B6D236-C5C4-DD4E-D67F-EC9661204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9A440-BB0D-4409-8F46-AF63BEFE399E}" type="datetimeFigureOut">
              <a:rPr lang="zh-CN" altLang="en-US" smtClean="0"/>
              <a:t>2024-11-04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8BFCC7C-4110-E835-4A80-B8F976735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4ABB932-DBE2-5352-FE96-294B5FB70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C56BD-7215-43DB-8464-CF6983D25C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7819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C0B118-1C7A-9023-0DAF-6D117BEFC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F7EA23B-DFEE-48AF-AC6F-CFD39E14CC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7C0E63-5EC1-3FD8-5EEF-FADCD7142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9A440-BB0D-4409-8F46-AF63BEFE399E}" type="datetimeFigureOut">
              <a:rPr lang="zh-CN" altLang="en-US" smtClean="0"/>
              <a:t>2024-11-04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7E1AC2-D5C7-F73B-A2E0-B8619E7BA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CED1BC-87D9-83D1-AEBC-A575D8BD6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C56BD-7215-43DB-8464-CF6983D25C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0958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CF99265-A0F0-09DF-A4D0-900CEFF2B8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167CC8C-4F28-1D8C-7880-D0F0427AE8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E66A7A-1DAE-E5DF-3C04-BA02AE636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9A440-BB0D-4409-8F46-AF63BEFE399E}" type="datetimeFigureOut">
              <a:rPr lang="zh-CN" altLang="en-US" smtClean="0"/>
              <a:t>2024-11-04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98EF86-CA54-D4CE-E420-2C227A592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3D5A0B-0CE1-7087-772C-EF0FC6AB8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C56BD-7215-43DB-8464-CF6983D25C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8831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B9F27E8-F314-246C-6253-382D69861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0B98B3A-B0BB-EFB6-E181-C264194711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56C362-2438-8482-6895-8BC6CA469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D9A440-BB0D-4409-8F46-AF63BEFE399E}" type="datetimeFigureOut">
              <a:rPr lang="zh-CN" altLang="en-US" smtClean="0"/>
              <a:t>2024-11-04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059C78-973C-3E99-BCD2-74D011B639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F6FFB9-E73C-DD38-83B3-CEC0FDD1DB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9C56BD-7215-43DB-8464-CF6983D25C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0673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47FF4FC-3C7A-0D6D-685B-AE643AD7D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7404" y="657082"/>
            <a:ext cx="5677192" cy="5543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888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92726FB-4539-6914-15E5-28A15376FE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98" y="98254"/>
            <a:ext cx="7455283" cy="666149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2470E92-097C-BCEE-A373-FF4BCFE518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830" y="152231"/>
            <a:ext cx="4267419" cy="655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385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F6A6711-43F6-7DEE-9FB5-AE04C02BD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500" y="47451"/>
            <a:ext cx="4070559" cy="676309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13DBC8A-61B2-EE3B-6970-4584D2D94D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9451" y="365140"/>
            <a:ext cx="5744369" cy="6127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768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6AFDA12-BEC1-B6E2-A022-86517DB87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617" y="463397"/>
            <a:ext cx="10998765" cy="5931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509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62CAF7CA-6906-CAA3-4406-7995FD72E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681" y="1485800"/>
            <a:ext cx="10452637" cy="38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137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CA07DDC-ECAF-3A00-A1B7-B67FCCD15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093" y="695184"/>
            <a:ext cx="9023814" cy="5467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673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44DACDF-8798-41A6-7161-A7B194004F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794" y="777738"/>
            <a:ext cx="8998412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713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4EFA2BB-384E-13B7-EFA6-AB28A586F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936" y="780914"/>
            <a:ext cx="10262127" cy="5296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5442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2393433-AAC9-FC75-31B4-686CB5604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7046" y="885694"/>
            <a:ext cx="7937908" cy="5086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548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73DC38B-A58B-45BD-13B5-57208363B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035" y="1025401"/>
            <a:ext cx="9315929" cy="4807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6424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E99EC21-B748-6ED7-FB0E-17BC268562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567" y="237961"/>
            <a:ext cx="9042865" cy="6382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5088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9EBC229-D2A9-1389-83DD-31EB55CA3F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614" y="257012"/>
            <a:ext cx="10128771" cy="6343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4908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889C4A49-0544-6600-B4ED-B0543A357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414" y="1060328"/>
            <a:ext cx="9157171" cy="4737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5203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93D9B03-5F28-ABE2-99B3-DA934A3B44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447" y="1508026"/>
            <a:ext cx="7887105" cy="3841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8288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7F7FCB99-5567-B7E4-16E9-C91356BE89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767" y="1079379"/>
            <a:ext cx="10014465" cy="4699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7957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0</Words>
  <Application>Microsoft Office PowerPoint</Application>
  <PresentationFormat>宽屏</PresentationFormat>
  <Paragraphs>0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9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书记 小卖部</dc:creator>
  <cp:lastModifiedBy>书记 小卖部</cp:lastModifiedBy>
  <cp:revision>1</cp:revision>
  <dcterms:created xsi:type="dcterms:W3CDTF">2024-11-03T20:25:50Z</dcterms:created>
  <dcterms:modified xsi:type="dcterms:W3CDTF">2024-11-03T21:15:58Z</dcterms:modified>
</cp:coreProperties>
</file>