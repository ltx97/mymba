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2635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A007"/>
    <a:srgbClr val="00AF92"/>
    <a:srgbClr val="006450"/>
    <a:srgbClr val="028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 showGuides="1">
      <p:cViewPr varScale="1">
        <p:scale>
          <a:sx n="153" d="100"/>
          <a:sy n="153" d="100"/>
        </p:scale>
        <p:origin x="-600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6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530" y="1143000"/>
            <a:ext cx="548694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221" y="1854524"/>
            <a:ext cx="9145325" cy="1656052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221" y="3602668"/>
            <a:ext cx="9145325" cy="165605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321" y="1838644"/>
            <a:ext cx="10517123" cy="43520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321" y="2187825"/>
            <a:ext cx="10517123" cy="2483549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321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094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10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10" y="1745267"/>
            <a:ext cx="5158534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10" y="2616067"/>
            <a:ext cx="5158534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094" y="1745267"/>
            <a:ext cx="5183939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094" y="2616067"/>
            <a:ext cx="5183939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969" y="2159377"/>
            <a:ext cx="5715828" cy="1382692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969" y="3733855"/>
            <a:ext cx="5715828" cy="1186144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321" y="713797"/>
            <a:ext cx="4682333" cy="142841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3335" y="713797"/>
            <a:ext cx="5712710" cy="54045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321" y="2314277"/>
            <a:ext cx="4682333" cy="38122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6412" y="365189"/>
            <a:ext cx="909033" cy="5812855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320" y="365189"/>
            <a:ext cx="9447811" cy="581285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321" y="551640"/>
            <a:ext cx="10517123" cy="555994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1.xml"/><Relationship Id="rId11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tags" Target="../tags/tag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138543" y="2134235"/>
            <a:ext cx="5669280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800" b="1">
                <a:solidFill>
                  <a:srgbClr val="0064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大数据课程升级报告</a:t>
            </a:r>
            <a:endParaRPr lang="zh-CN" altLang="en-US" sz="4800" b="1">
              <a:solidFill>
                <a:srgbClr val="0064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5827326" y="3562985"/>
            <a:ext cx="2215515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3200">
                <a:solidFill>
                  <a:srgbClr val="0064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讲师：</a:t>
            </a:r>
            <a:r>
              <a:rPr lang="en-US" altLang="zh-CN" sz="3200">
                <a:solidFill>
                  <a:srgbClr val="0064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XXX</a:t>
            </a:r>
            <a:endParaRPr lang="en-US" altLang="zh-CN" sz="3200">
              <a:solidFill>
                <a:srgbClr val="0064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24248" y="770255"/>
            <a:ext cx="1402080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8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目录</a:t>
            </a:r>
            <a:endParaRPr lang="zh-CN" altLang="en-US" sz="48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5016113" y="1573530"/>
            <a:ext cx="561975" cy="542925"/>
          </a:xfrm>
          <a:prstGeom prst="rect">
            <a:avLst/>
          </a:prstGeom>
          <a:solidFill>
            <a:srgbClr val="00AF92"/>
          </a:solidFill>
          <a:ln>
            <a:solidFill>
              <a:srgbClr val="00AF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016113" y="2282825"/>
            <a:ext cx="561975" cy="542925"/>
          </a:xfrm>
          <a:prstGeom prst="rect">
            <a:avLst/>
          </a:prstGeom>
          <a:solidFill>
            <a:srgbClr val="FDA007"/>
          </a:solidFill>
          <a:ln>
            <a:solidFill>
              <a:srgbClr val="FDA0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016113" y="2993390"/>
            <a:ext cx="561975" cy="542925"/>
          </a:xfrm>
          <a:prstGeom prst="rect">
            <a:avLst/>
          </a:prstGeom>
          <a:solidFill>
            <a:srgbClr val="00AF92"/>
          </a:solidFill>
          <a:ln>
            <a:solidFill>
              <a:srgbClr val="00AF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016113" y="3675380"/>
            <a:ext cx="561975" cy="542925"/>
          </a:xfrm>
          <a:prstGeom prst="rect">
            <a:avLst/>
          </a:prstGeom>
          <a:solidFill>
            <a:srgbClr val="FDA007"/>
          </a:solidFill>
          <a:ln>
            <a:solidFill>
              <a:srgbClr val="FDA0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对角圆角矩形 10"/>
          <p:cNvSpPr/>
          <p:nvPr/>
        </p:nvSpPr>
        <p:spPr>
          <a:xfrm>
            <a:off x="5872728" y="1600200"/>
            <a:ext cx="3228975" cy="476250"/>
          </a:xfrm>
          <a:prstGeom prst="round2DiagRect">
            <a:avLst/>
          </a:prstGeom>
          <a:solidFill>
            <a:srgbClr val="00AF92"/>
          </a:solidFill>
          <a:ln>
            <a:solidFill>
              <a:srgbClr val="00AF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对角圆角矩形 12"/>
          <p:cNvSpPr/>
          <p:nvPr/>
        </p:nvSpPr>
        <p:spPr>
          <a:xfrm>
            <a:off x="5872728" y="2349500"/>
            <a:ext cx="3228975" cy="476250"/>
          </a:xfrm>
          <a:prstGeom prst="round2DiagRect">
            <a:avLst/>
          </a:prstGeom>
          <a:solidFill>
            <a:srgbClr val="FDA007"/>
          </a:solidFill>
          <a:ln>
            <a:solidFill>
              <a:srgbClr val="FDA0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添加小标题</a:t>
            </a:r>
            <a:endParaRPr lang="zh-CN" altLang="en-US" sz="2400"/>
          </a:p>
        </p:txBody>
      </p:sp>
      <p:sp>
        <p:nvSpPr>
          <p:cNvPr id="14" name="对角圆角矩形 13"/>
          <p:cNvSpPr/>
          <p:nvPr/>
        </p:nvSpPr>
        <p:spPr>
          <a:xfrm>
            <a:off x="5872728" y="3060065"/>
            <a:ext cx="3228975" cy="476250"/>
          </a:xfrm>
          <a:prstGeom prst="round2DiagRect">
            <a:avLst/>
          </a:prstGeom>
          <a:solidFill>
            <a:srgbClr val="00AF92"/>
          </a:solidFill>
          <a:ln>
            <a:solidFill>
              <a:srgbClr val="00AF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添加小标题</a:t>
            </a:r>
            <a:endParaRPr lang="zh-CN" altLang="en-US" sz="2400"/>
          </a:p>
        </p:txBody>
      </p:sp>
      <p:sp>
        <p:nvSpPr>
          <p:cNvPr id="15" name="对角圆角矩形 14"/>
          <p:cNvSpPr/>
          <p:nvPr/>
        </p:nvSpPr>
        <p:spPr>
          <a:xfrm>
            <a:off x="5872728" y="3717925"/>
            <a:ext cx="3228975" cy="476250"/>
          </a:xfrm>
          <a:prstGeom prst="round2DiagRect">
            <a:avLst/>
          </a:prstGeom>
          <a:solidFill>
            <a:srgbClr val="FDA007"/>
          </a:solidFill>
          <a:ln>
            <a:solidFill>
              <a:srgbClr val="FDA0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添加小标题</a:t>
            </a:r>
            <a:endParaRPr lang="zh-CN" altLang="en-US" sz="2400"/>
          </a:p>
        </p:txBody>
      </p:sp>
      <p:sp>
        <p:nvSpPr>
          <p:cNvPr id="16" name="矩形 15"/>
          <p:cNvSpPr/>
          <p:nvPr/>
        </p:nvSpPr>
        <p:spPr>
          <a:xfrm>
            <a:off x="5054848" y="1484630"/>
            <a:ext cx="465455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altLang="zh-CN" sz="4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64373" y="2191385"/>
            <a:ext cx="465455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altLang="zh-CN" sz="4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987538" y="2924810"/>
            <a:ext cx="598805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altLang="zh-CN" sz="4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054531" y="3602355"/>
            <a:ext cx="46545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altLang="zh-CN" sz="40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310243" y="1600835"/>
            <a:ext cx="224917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添加小标题</a:t>
            </a:r>
            <a:endParaRPr lang="zh-CN" altLang="en-US" sz="240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03418" y="862230"/>
            <a:ext cx="145288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添加小标题</a:t>
            </a:r>
            <a:endParaRPr lang="zh-CN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3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4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6.xml><?xml version="1.0" encoding="utf-8"?>
<p:tagLst xmlns:p="http://schemas.openxmlformats.org/presentationml/2006/main">
  <p:tag name="KSO_WPP_MARK_KEY" val="0c064124-f537-4a0d-887a-4f44502825de"/>
  <p:tag name="COMMONDATA" val="eyJoZGlkIjoiNWM2ZTM5MWI1NGI2YTlmMTlhZGVmZWRhMzc2ZTZjNzc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WPS 演示</Application>
  <PresentationFormat>全屏显示(16:9)</PresentationFormat>
  <Paragraphs>24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静风少</cp:lastModifiedBy>
  <cp:revision>20</cp:revision>
  <dcterms:created xsi:type="dcterms:W3CDTF">2018-03-01T02:03:00Z</dcterms:created>
  <dcterms:modified xsi:type="dcterms:W3CDTF">2023-08-09T03:38:16Z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F7B4B2F6CD0549B6AE63142D8D89DB87_12</vt:lpwstr>
  </property>
</Properties>
</file>