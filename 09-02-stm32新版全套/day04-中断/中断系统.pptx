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63084-B3A4-053E-A8B9-B150C3833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88F226-4327-5814-8E9F-E15021585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67DD1-67AB-193C-D5EB-3C48C08A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3F1141-030F-B378-6D15-B7DF96BF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BB5C6D-C1D1-D5C2-3C28-B6AF9AA7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597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BA4E-1380-BC5C-D623-84717A220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075AB6-424E-FD4C-5C77-91A736E29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4F7355-4FAD-1A83-E3F5-A8A35AB1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D11DDD-82DE-59C9-D201-B06FABA35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FC361D-0F74-94F7-A516-0D95CCC3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05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834F7-6CE3-9372-CA17-332AE7126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06088-DCF1-00E6-781B-07078B25F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A0404D-84CC-9182-3A84-62B4A366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A381AC-5D1A-630A-EBBD-0881BB0F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FB18D4-96D8-6E0C-2332-87441CC6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70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1A64A-C1E3-EBCF-6DC2-F492D74E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70F78-2572-B5C2-1C6B-FE55A0BD3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EC8EEE-58E2-14EA-1A4D-64F0398D4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67A4BD-6B9E-6A06-6835-DDF3F476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9B8888-5574-5E3C-A52D-6135E6B18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A0948-00DB-6640-E902-BF87DFC7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72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BAB5-04FD-B2CE-6136-1F5DAB3A0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4A1AC2-3555-48AB-11F8-BD5B61DC4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558853-9936-64E8-713D-2609FD870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2F36C2-55E1-3276-6194-7299FEC77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988705-2793-BAAA-7C41-C5A5AAE92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0BAF73-78BF-4CF5-06D9-D85CC7A6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746E27-A2DD-F5AB-A1E1-CF4D3E13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45CDE8-AD42-F94F-2683-F3496ED0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39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0A2CD-21FE-F2A4-C667-9ABDC700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7F0B3A-3EBE-37FB-C616-78C81175B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D843A2-B404-EF40-16D1-D6659B3A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48E40E-B1C6-5ED6-2DC6-34B253E96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68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680D77-19E7-C253-260F-9DAEEFF5E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335746-D2C7-FB74-7464-67678B69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7040F8-6EA4-FECB-33D1-3D0E9617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77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D3227-BC4B-E774-906C-6ED5E0BC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4F0EE1-AF97-310F-32CD-754725A88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455880-9918-1F21-26BB-059292A66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C146AB-3DCB-0003-568F-E6B5D4E2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82E21C-434F-6A46-8335-CE1E293D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31DAFA-2333-2775-D828-CB564FC9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3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3EE05-389E-78E8-BF54-65AF9C630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0E1F04-DD8C-5A33-CE7F-7D104A045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07919C-4412-303A-6D2A-3FDF0D0C6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12E1BD-347B-F1E5-8CE4-16E52A57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F15238-7C9A-8388-D462-05422F823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051D1B-2F7D-916B-69D3-7ABACA78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73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632166-91C7-031E-6271-AB952D5D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8234DB-35B9-476D-C2EB-0008BF53D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19F295-90A7-C935-62B1-0144AB0F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B39F52-A433-090A-1CE4-A4F916CE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4997EF-9AAD-C9A1-7632-8D2E9D6C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09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D0AA63-F2CE-4E69-0FCA-A36208617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9D7EA6-F7C7-F307-81AE-5EC31D6F6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E6F1CB-AD64-E719-D87D-A38DE49A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531B49-DBA8-5AD5-4D51-7C076308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74DD94-45B9-2E1C-C3E0-1BBDBD43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98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097577-9AE6-03AE-0672-B8E00B0E6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67CB8-FCA9-6322-3666-3E4505BA5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156EB6-B699-82A2-1CF4-8FE3F0FB6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7BBC4-3E6E-46B6-82F7-A173B9109DA2}" type="datetimeFigureOut">
              <a:rPr lang="zh-CN" altLang="en-US" smtClean="0"/>
              <a:t>2024-10-21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31F68A-E6CF-F50C-CB97-9F67B829B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3D97D7-5AD1-7C1D-6F25-550CA4FC9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05EFB-CDCD-4F40-8B41-6CE2911D1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26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FD9A448-177F-9042-1647-32E7FAE49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270419"/>
            <a:ext cx="11940540" cy="658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74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295C7EA-E196-6B82-13B4-940264BE9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76" y="336391"/>
            <a:ext cx="9684248" cy="618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83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书记 小卖部</dc:creator>
  <cp:lastModifiedBy>书记 小卖部</cp:lastModifiedBy>
  <cp:revision>3</cp:revision>
  <dcterms:created xsi:type="dcterms:W3CDTF">2024-10-20T22:21:12Z</dcterms:created>
  <dcterms:modified xsi:type="dcterms:W3CDTF">2024-10-20T23:23:08Z</dcterms:modified>
</cp:coreProperties>
</file>