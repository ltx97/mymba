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0"/>
  </p:notesMasterIdLst>
  <p:sldIdLst>
    <p:sldId id="265" r:id="rId3"/>
    <p:sldId id="262" r:id="rId4"/>
    <p:sldId id="261" r:id="rId5"/>
    <p:sldId id="263" r:id="rId6"/>
    <p:sldId id="264" r:id="rId7"/>
    <p:sldId id="266" r:id="rId8"/>
    <p:sldId id="267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007"/>
    <a:srgbClr val="00AF92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508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7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221" y="1854524"/>
            <a:ext cx="9145325" cy="1656052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21" y="3602668"/>
            <a:ext cx="9145325" cy="16560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321" y="1838644"/>
            <a:ext cx="10517123" cy="43520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321" y="2187825"/>
            <a:ext cx="10517123" cy="2483549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21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094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1745267"/>
            <a:ext cx="5158534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2616067"/>
            <a:ext cx="5158534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1745267"/>
            <a:ext cx="5183939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2616067"/>
            <a:ext cx="5183939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969" y="2159377"/>
            <a:ext cx="5715828" cy="1382692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969" y="3733855"/>
            <a:ext cx="5715828" cy="1186144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321" y="713797"/>
            <a:ext cx="4682333" cy="142841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3335" y="713797"/>
            <a:ext cx="5712710" cy="54045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321" y="2314277"/>
            <a:ext cx="4682333" cy="38122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6412" y="365189"/>
            <a:ext cx="909033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0" y="365189"/>
            <a:ext cx="9447811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321" y="551640"/>
            <a:ext cx="10517123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1.xml"/><Relationship Id="rId11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62645" y="2419320"/>
            <a:ext cx="93243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print_binary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num) 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打印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32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位二进制数，从高位到低位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--) 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(num &gt;&gt;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逐位打印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每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位增加一个空格，提高可读性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62645" y="1365479"/>
            <a:ext cx="7045522" cy="4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1"/>
            </a:lvl1pPr>
          </a:lstStyle>
          <a:p>
            <a:r>
              <a:rPr lang="zh-CN" altLang="en-US" b="0" dirty="0"/>
              <a:t>实现准备下述函数，用以打印二进制字符串。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80933" y="276442"/>
            <a:ext cx="697627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掩码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lightbulb-doodle-with-shine_17060"/>
          <p:cNvSpPr/>
          <p:nvPr/>
        </p:nvSpPr>
        <p:spPr>
          <a:xfrm>
            <a:off x="573658" y="1073904"/>
            <a:ext cx="334138" cy="461666"/>
          </a:xfrm>
          <a:custGeom>
            <a:avLst/>
            <a:gdLst>
              <a:gd name="connsiteX0" fmla="*/ 153173 w 455857"/>
              <a:gd name="connsiteY0" fmla="*/ 108219 h 607306"/>
              <a:gd name="connsiteX1" fmla="*/ 189307 w 455857"/>
              <a:gd name="connsiteY1" fmla="*/ 128685 h 607306"/>
              <a:gd name="connsiteX2" fmla="*/ 168802 w 455857"/>
              <a:gd name="connsiteY2" fmla="*/ 164751 h 607306"/>
              <a:gd name="connsiteX3" fmla="*/ 152886 w 455857"/>
              <a:gd name="connsiteY3" fmla="*/ 177632 h 607306"/>
              <a:gd name="connsiteX4" fmla="*/ 142275 w 455857"/>
              <a:gd name="connsiteY4" fmla="*/ 204968 h 607306"/>
              <a:gd name="connsiteX5" fmla="*/ 106140 w 455857"/>
              <a:gd name="connsiteY5" fmla="*/ 225434 h 607306"/>
              <a:gd name="connsiteX6" fmla="*/ 85635 w 455857"/>
              <a:gd name="connsiteY6" fmla="*/ 189368 h 607306"/>
              <a:gd name="connsiteX7" fmla="*/ 153173 w 455857"/>
              <a:gd name="connsiteY7" fmla="*/ 108219 h 607306"/>
              <a:gd name="connsiteX8" fmla="*/ 240628 w 455857"/>
              <a:gd name="connsiteY8" fmla="*/ 59374 h 607306"/>
              <a:gd name="connsiteX9" fmla="*/ 66688 w 455857"/>
              <a:gd name="connsiteY9" fmla="*/ 232727 h 607306"/>
              <a:gd name="connsiteX10" fmla="*/ 140537 w 455857"/>
              <a:gd name="connsiteY10" fmla="*/ 348535 h 607306"/>
              <a:gd name="connsiteX11" fmla="*/ 184847 w 455857"/>
              <a:gd name="connsiteY11" fmla="*/ 447594 h 607306"/>
              <a:gd name="connsiteX12" fmla="*/ 282069 w 455857"/>
              <a:gd name="connsiteY12" fmla="*/ 431704 h 607306"/>
              <a:gd name="connsiteX13" fmla="*/ 324227 w 455857"/>
              <a:gd name="connsiteY13" fmla="*/ 345529 h 607306"/>
              <a:gd name="connsiteX14" fmla="*/ 367103 w 455857"/>
              <a:gd name="connsiteY14" fmla="*/ 281541 h 607306"/>
              <a:gd name="connsiteX15" fmla="*/ 360077 w 455857"/>
              <a:gd name="connsiteY15" fmla="*/ 112339 h 607306"/>
              <a:gd name="connsiteX16" fmla="*/ 240628 w 455857"/>
              <a:gd name="connsiteY16" fmla="*/ 59374 h 607306"/>
              <a:gd name="connsiteX17" fmla="*/ 191347 w 455857"/>
              <a:gd name="connsiteY17" fmla="*/ 1871 h 607306"/>
              <a:gd name="connsiteX18" fmla="*/ 281926 w 455857"/>
              <a:gd name="connsiteY18" fmla="*/ 6552 h 607306"/>
              <a:gd name="connsiteX19" fmla="*/ 433065 w 455857"/>
              <a:gd name="connsiteY19" fmla="*/ 113198 h 607306"/>
              <a:gd name="connsiteX20" fmla="*/ 410409 w 455857"/>
              <a:gd name="connsiteY20" fmla="*/ 321623 h 607306"/>
              <a:gd name="connsiteX21" fmla="*/ 316054 w 455857"/>
              <a:gd name="connsiteY21" fmla="*/ 479659 h 607306"/>
              <a:gd name="connsiteX22" fmla="*/ 316197 w 455857"/>
              <a:gd name="connsiteY22" fmla="*/ 481377 h 607306"/>
              <a:gd name="connsiteX23" fmla="*/ 307307 w 455857"/>
              <a:gd name="connsiteY23" fmla="*/ 539638 h 607306"/>
              <a:gd name="connsiteX24" fmla="*/ 280205 w 455857"/>
              <a:gd name="connsiteY24" fmla="*/ 561111 h 607306"/>
              <a:gd name="connsiteX25" fmla="*/ 278197 w 455857"/>
              <a:gd name="connsiteY25" fmla="*/ 570129 h 607306"/>
              <a:gd name="connsiteX26" fmla="*/ 233028 w 455857"/>
              <a:gd name="connsiteY26" fmla="*/ 607062 h 607306"/>
              <a:gd name="connsiteX27" fmla="*/ 176960 w 455857"/>
              <a:gd name="connsiteY27" fmla="*/ 550804 h 607306"/>
              <a:gd name="connsiteX28" fmla="*/ 176386 w 455857"/>
              <a:gd name="connsiteY28" fmla="*/ 550375 h 607306"/>
              <a:gd name="connsiteX29" fmla="*/ 144696 w 455857"/>
              <a:gd name="connsiteY29" fmla="*/ 490252 h 607306"/>
              <a:gd name="connsiteX30" fmla="*/ 143979 w 455857"/>
              <a:gd name="connsiteY30" fmla="*/ 489107 h 607306"/>
              <a:gd name="connsiteX31" fmla="*/ 105692 w 455857"/>
              <a:gd name="connsiteY31" fmla="*/ 426694 h 607306"/>
              <a:gd name="connsiteX32" fmla="*/ 88915 w 455857"/>
              <a:gd name="connsiteY32" fmla="*/ 378167 h 607306"/>
              <a:gd name="connsiteX33" fmla="*/ 86764 w 455857"/>
              <a:gd name="connsiteY33" fmla="*/ 375876 h 607306"/>
              <a:gd name="connsiteX34" fmla="*/ 726 w 455857"/>
              <a:gd name="connsiteY34" fmla="*/ 168167 h 607306"/>
              <a:gd name="connsiteX35" fmla="*/ 191347 w 455857"/>
              <a:gd name="connsiteY35" fmla="*/ 1871 h 607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5857" h="607306">
                <a:moveTo>
                  <a:pt x="153173" y="108219"/>
                </a:moveTo>
                <a:cubicBezTo>
                  <a:pt x="168085" y="102494"/>
                  <a:pt x="185436" y="114373"/>
                  <a:pt x="189307" y="128685"/>
                </a:cubicBezTo>
                <a:cubicBezTo>
                  <a:pt x="193896" y="145287"/>
                  <a:pt x="183715" y="159026"/>
                  <a:pt x="168802" y="164751"/>
                </a:cubicBezTo>
                <a:cubicBezTo>
                  <a:pt x="162636" y="167184"/>
                  <a:pt x="156040" y="172766"/>
                  <a:pt x="152886" y="177632"/>
                </a:cubicBezTo>
                <a:cubicBezTo>
                  <a:pt x="146863" y="187364"/>
                  <a:pt x="144999" y="193232"/>
                  <a:pt x="142275" y="204968"/>
                </a:cubicBezTo>
                <a:cubicBezTo>
                  <a:pt x="138690" y="220568"/>
                  <a:pt x="121053" y="229441"/>
                  <a:pt x="106140" y="225434"/>
                </a:cubicBezTo>
                <a:cubicBezTo>
                  <a:pt x="90223" y="220997"/>
                  <a:pt x="82050" y="204968"/>
                  <a:pt x="85635" y="189368"/>
                </a:cubicBezTo>
                <a:cubicBezTo>
                  <a:pt x="94238" y="151441"/>
                  <a:pt x="116464" y="122388"/>
                  <a:pt x="153173" y="108219"/>
                </a:cubicBezTo>
                <a:close/>
                <a:moveTo>
                  <a:pt x="240628" y="59374"/>
                </a:moveTo>
                <a:cubicBezTo>
                  <a:pt x="142401" y="54364"/>
                  <a:pt x="23956" y="116347"/>
                  <a:pt x="66688" y="232727"/>
                </a:cubicBezTo>
                <a:cubicBezTo>
                  <a:pt x="83752" y="279107"/>
                  <a:pt x="116733" y="308024"/>
                  <a:pt x="140537" y="348535"/>
                </a:cubicBezTo>
                <a:cubicBezTo>
                  <a:pt x="157745" y="377737"/>
                  <a:pt x="154016" y="426694"/>
                  <a:pt x="184847" y="447594"/>
                </a:cubicBezTo>
                <a:cubicBezTo>
                  <a:pt x="217684" y="462195"/>
                  <a:pt x="257835" y="461765"/>
                  <a:pt x="282069" y="431704"/>
                </a:cubicBezTo>
                <a:cubicBezTo>
                  <a:pt x="303005" y="405651"/>
                  <a:pt x="308311" y="373729"/>
                  <a:pt x="324227" y="345529"/>
                </a:cubicBezTo>
                <a:cubicBezTo>
                  <a:pt x="336846" y="322911"/>
                  <a:pt x="352620" y="302870"/>
                  <a:pt x="367103" y="281541"/>
                </a:cubicBezTo>
                <a:cubicBezTo>
                  <a:pt x="404529" y="227001"/>
                  <a:pt x="411842" y="162727"/>
                  <a:pt x="360077" y="112339"/>
                </a:cubicBezTo>
                <a:cubicBezTo>
                  <a:pt x="328243" y="81276"/>
                  <a:pt x="285367" y="61664"/>
                  <a:pt x="240628" y="59374"/>
                </a:cubicBezTo>
                <a:close/>
                <a:moveTo>
                  <a:pt x="191347" y="1871"/>
                </a:moveTo>
                <a:cubicBezTo>
                  <a:pt x="222166" y="-1697"/>
                  <a:pt x="253319" y="-176"/>
                  <a:pt x="281926" y="6552"/>
                </a:cubicBezTo>
                <a:cubicBezTo>
                  <a:pt x="342439" y="20867"/>
                  <a:pt x="403956" y="55795"/>
                  <a:pt x="433065" y="113198"/>
                </a:cubicBezTo>
                <a:cubicBezTo>
                  <a:pt x="471782" y="189353"/>
                  <a:pt x="459163" y="254629"/>
                  <a:pt x="410409" y="321623"/>
                </a:cubicBezTo>
                <a:cubicBezTo>
                  <a:pt x="374703" y="370723"/>
                  <a:pt x="359216" y="437430"/>
                  <a:pt x="316054" y="479659"/>
                </a:cubicBezTo>
                <a:cubicBezTo>
                  <a:pt x="316054" y="480232"/>
                  <a:pt x="316197" y="480804"/>
                  <a:pt x="316197" y="481377"/>
                </a:cubicBezTo>
                <a:cubicBezTo>
                  <a:pt x="315767" y="501131"/>
                  <a:pt x="313329" y="520743"/>
                  <a:pt x="307307" y="539638"/>
                </a:cubicBezTo>
                <a:cubicBezTo>
                  <a:pt x="303292" y="551949"/>
                  <a:pt x="293111" y="560395"/>
                  <a:pt x="280205" y="561111"/>
                </a:cubicBezTo>
                <a:cubicBezTo>
                  <a:pt x="279775" y="564260"/>
                  <a:pt x="279201" y="567266"/>
                  <a:pt x="278197" y="570129"/>
                </a:cubicBezTo>
                <a:cubicBezTo>
                  <a:pt x="270884" y="591172"/>
                  <a:pt x="255541" y="604771"/>
                  <a:pt x="233028" y="607062"/>
                </a:cubicBezTo>
                <a:cubicBezTo>
                  <a:pt x="201337" y="610354"/>
                  <a:pt x="179254" y="579863"/>
                  <a:pt x="176960" y="550804"/>
                </a:cubicBezTo>
                <a:cubicBezTo>
                  <a:pt x="176816" y="550661"/>
                  <a:pt x="176673" y="550518"/>
                  <a:pt x="176386" y="550375"/>
                </a:cubicBezTo>
                <a:cubicBezTo>
                  <a:pt x="155020" y="533913"/>
                  <a:pt x="150431" y="514158"/>
                  <a:pt x="144696" y="490252"/>
                </a:cubicBezTo>
                <a:cubicBezTo>
                  <a:pt x="144409" y="489823"/>
                  <a:pt x="144122" y="489536"/>
                  <a:pt x="143979" y="489107"/>
                </a:cubicBezTo>
                <a:cubicBezTo>
                  <a:pt x="125767" y="472502"/>
                  <a:pt x="114869" y="450170"/>
                  <a:pt x="105692" y="426694"/>
                </a:cubicBezTo>
                <a:cubicBezTo>
                  <a:pt x="99382" y="410804"/>
                  <a:pt x="93647" y="394629"/>
                  <a:pt x="88915" y="378167"/>
                </a:cubicBezTo>
                <a:cubicBezTo>
                  <a:pt x="88198" y="377594"/>
                  <a:pt x="87624" y="376878"/>
                  <a:pt x="86764" y="375876"/>
                </a:cubicBezTo>
                <a:cubicBezTo>
                  <a:pt x="36862" y="318760"/>
                  <a:pt x="-6157" y="246613"/>
                  <a:pt x="726" y="168167"/>
                </a:cubicBezTo>
                <a:cubicBezTo>
                  <a:pt x="9437" y="69073"/>
                  <a:pt x="98890" y="12573"/>
                  <a:pt x="191347" y="18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ightbulb-doodle-with-shine_17060"/>
          <p:cNvSpPr/>
          <p:nvPr/>
        </p:nvSpPr>
        <p:spPr>
          <a:xfrm>
            <a:off x="1089972" y="1073904"/>
            <a:ext cx="334138" cy="461666"/>
          </a:xfrm>
          <a:custGeom>
            <a:avLst/>
            <a:gdLst>
              <a:gd name="connsiteX0" fmla="*/ 153173 w 455857"/>
              <a:gd name="connsiteY0" fmla="*/ 108219 h 607306"/>
              <a:gd name="connsiteX1" fmla="*/ 189307 w 455857"/>
              <a:gd name="connsiteY1" fmla="*/ 128685 h 607306"/>
              <a:gd name="connsiteX2" fmla="*/ 168802 w 455857"/>
              <a:gd name="connsiteY2" fmla="*/ 164751 h 607306"/>
              <a:gd name="connsiteX3" fmla="*/ 152886 w 455857"/>
              <a:gd name="connsiteY3" fmla="*/ 177632 h 607306"/>
              <a:gd name="connsiteX4" fmla="*/ 142275 w 455857"/>
              <a:gd name="connsiteY4" fmla="*/ 204968 h 607306"/>
              <a:gd name="connsiteX5" fmla="*/ 106140 w 455857"/>
              <a:gd name="connsiteY5" fmla="*/ 225434 h 607306"/>
              <a:gd name="connsiteX6" fmla="*/ 85635 w 455857"/>
              <a:gd name="connsiteY6" fmla="*/ 189368 h 607306"/>
              <a:gd name="connsiteX7" fmla="*/ 153173 w 455857"/>
              <a:gd name="connsiteY7" fmla="*/ 108219 h 607306"/>
              <a:gd name="connsiteX8" fmla="*/ 240628 w 455857"/>
              <a:gd name="connsiteY8" fmla="*/ 59374 h 607306"/>
              <a:gd name="connsiteX9" fmla="*/ 66688 w 455857"/>
              <a:gd name="connsiteY9" fmla="*/ 232727 h 607306"/>
              <a:gd name="connsiteX10" fmla="*/ 140537 w 455857"/>
              <a:gd name="connsiteY10" fmla="*/ 348535 h 607306"/>
              <a:gd name="connsiteX11" fmla="*/ 184847 w 455857"/>
              <a:gd name="connsiteY11" fmla="*/ 447594 h 607306"/>
              <a:gd name="connsiteX12" fmla="*/ 282069 w 455857"/>
              <a:gd name="connsiteY12" fmla="*/ 431704 h 607306"/>
              <a:gd name="connsiteX13" fmla="*/ 324227 w 455857"/>
              <a:gd name="connsiteY13" fmla="*/ 345529 h 607306"/>
              <a:gd name="connsiteX14" fmla="*/ 367103 w 455857"/>
              <a:gd name="connsiteY14" fmla="*/ 281541 h 607306"/>
              <a:gd name="connsiteX15" fmla="*/ 360077 w 455857"/>
              <a:gd name="connsiteY15" fmla="*/ 112339 h 607306"/>
              <a:gd name="connsiteX16" fmla="*/ 240628 w 455857"/>
              <a:gd name="connsiteY16" fmla="*/ 59374 h 607306"/>
              <a:gd name="connsiteX17" fmla="*/ 191347 w 455857"/>
              <a:gd name="connsiteY17" fmla="*/ 1871 h 607306"/>
              <a:gd name="connsiteX18" fmla="*/ 281926 w 455857"/>
              <a:gd name="connsiteY18" fmla="*/ 6552 h 607306"/>
              <a:gd name="connsiteX19" fmla="*/ 433065 w 455857"/>
              <a:gd name="connsiteY19" fmla="*/ 113198 h 607306"/>
              <a:gd name="connsiteX20" fmla="*/ 410409 w 455857"/>
              <a:gd name="connsiteY20" fmla="*/ 321623 h 607306"/>
              <a:gd name="connsiteX21" fmla="*/ 316054 w 455857"/>
              <a:gd name="connsiteY21" fmla="*/ 479659 h 607306"/>
              <a:gd name="connsiteX22" fmla="*/ 316197 w 455857"/>
              <a:gd name="connsiteY22" fmla="*/ 481377 h 607306"/>
              <a:gd name="connsiteX23" fmla="*/ 307307 w 455857"/>
              <a:gd name="connsiteY23" fmla="*/ 539638 h 607306"/>
              <a:gd name="connsiteX24" fmla="*/ 280205 w 455857"/>
              <a:gd name="connsiteY24" fmla="*/ 561111 h 607306"/>
              <a:gd name="connsiteX25" fmla="*/ 278197 w 455857"/>
              <a:gd name="connsiteY25" fmla="*/ 570129 h 607306"/>
              <a:gd name="connsiteX26" fmla="*/ 233028 w 455857"/>
              <a:gd name="connsiteY26" fmla="*/ 607062 h 607306"/>
              <a:gd name="connsiteX27" fmla="*/ 176960 w 455857"/>
              <a:gd name="connsiteY27" fmla="*/ 550804 h 607306"/>
              <a:gd name="connsiteX28" fmla="*/ 176386 w 455857"/>
              <a:gd name="connsiteY28" fmla="*/ 550375 h 607306"/>
              <a:gd name="connsiteX29" fmla="*/ 144696 w 455857"/>
              <a:gd name="connsiteY29" fmla="*/ 490252 h 607306"/>
              <a:gd name="connsiteX30" fmla="*/ 143979 w 455857"/>
              <a:gd name="connsiteY30" fmla="*/ 489107 h 607306"/>
              <a:gd name="connsiteX31" fmla="*/ 105692 w 455857"/>
              <a:gd name="connsiteY31" fmla="*/ 426694 h 607306"/>
              <a:gd name="connsiteX32" fmla="*/ 88915 w 455857"/>
              <a:gd name="connsiteY32" fmla="*/ 378167 h 607306"/>
              <a:gd name="connsiteX33" fmla="*/ 86764 w 455857"/>
              <a:gd name="connsiteY33" fmla="*/ 375876 h 607306"/>
              <a:gd name="connsiteX34" fmla="*/ 726 w 455857"/>
              <a:gd name="connsiteY34" fmla="*/ 168167 h 607306"/>
              <a:gd name="connsiteX35" fmla="*/ 191347 w 455857"/>
              <a:gd name="connsiteY35" fmla="*/ 1871 h 607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5857" h="607306">
                <a:moveTo>
                  <a:pt x="153173" y="108219"/>
                </a:moveTo>
                <a:cubicBezTo>
                  <a:pt x="168085" y="102494"/>
                  <a:pt x="185436" y="114373"/>
                  <a:pt x="189307" y="128685"/>
                </a:cubicBezTo>
                <a:cubicBezTo>
                  <a:pt x="193896" y="145287"/>
                  <a:pt x="183715" y="159026"/>
                  <a:pt x="168802" y="164751"/>
                </a:cubicBezTo>
                <a:cubicBezTo>
                  <a:pt x="162636" y="167184"/>
                  <a:pt x="156040" y="172766"/>
                  <a:pt x="152886" y="177632"/>
                </a:cubicBezTo>
                <a:cubicBezTo>
                  <a:pt x="146863" y="187364"/>
                  <a:pt x="144999" y="193232"/>
                  <a:pt x="142275" y="204968"/>
                </a:cubicBezTo>
                <a:cubicBezTo>
                  <a:pt x="138690" y="220568"/>
                  <a:pt x="121053" y="229441"/>
                  <a:pt x="106140" y="225434"/>
                </a:cubicBezTo>
                <a:cubicBezTo>
                  <a:pt x="90223" y="220997"/>
                  <a:pt x="82050" y="204968"/>
                  <a:pt x="85635" y="189368"/>
                </a:cubicBezTo>
                <a:cubicBezTo>
                  <a:pt x="94238" y="151441"/>
                  <a:pt x="116464" y="122388"/>
                  <a:pt x="153173" y="108219"/>
                </a:cubicBezTo>
                <a:close/>
                <a:moveTo>
                  <a:pt x="240628" y="59374"/>
                </a:moveTo>
                <a:cubicBezTo>
                  <a:pt x="142401" y="54364"/>
                  <a:pt x="23956" y="116347"/>
                  <a:pt x="66688" y="232727"/>
                </a:cubicBezTo>
                <a:cubicBezTo>
                  <a:pt x="83752" y="279107"/>
                  <a:pt x="116733" y="308024"/>
                  <a:pt x="140537" y="348535"/>
                </a:cubicBezTo>
                <a:cubicBezTo>
                  <a:pt x="157745" y="377737"/>
                  <a:pt x="154016" y="426694"/>
                  <a:pt x="184847" y="447594"/>
                </a:cubicBezTo>
                <a:cubicBezTo>
                  <a:pt x="217684" y="462195"/>
                  <a:pt x="257835" y="461765"/>
                  <a:pt x="282069" y="431704"/>
                </a:cubicBezTo>
                <a:cubicBezTo>
                  <a:pt x="303005" y="405651"/>
                  <a:pt x="308311" y="373729"/>
                  <a:pt x="324227" y="345529"/>
                </a:cubicBezTo>
                <a:cubicBezTo>
                  <a:pt x="336846" y="322911"/>
                  <a:pt x="352620" y="302870"/>
                  <a:pt x="367103" y="281541"/>
                </a:cubicBezTo>
                <a:cubicBezTo>
                  <a:pt x="404529" y="227001"/>
                  <a:pt x="411842" y="162727"/>
                  <a:pt x="360077" y="112339"/>
                </a:cubicBezTo>
                <a:cubicBezTo>
                  <a:pt x="328243" y="81276"/>
                  <a:pt x="285367" y="61664"/>
                  <a:pt x="240628" y="59374"/>
                </a:cubicBezTo>
                <a:close/>
                <a:moveTo>
                  <a:pt x="191347" y="1871"/>
                </a:moveTo>
                <a:cubicBezTo>
                  <a:pt x="222166" y="-1697"/>
                  <a:pt x="253319" y="-176"/>
                  <a:pt x="281926" y="6552"/>
                </a:cubicBezTo>
                <a:cubicBezTo>
                  <a:pt x="342439" y="20867"/>
                  <a:pt x="403956" y="55795"/>
                  <a:pt x="433065" y="113198"/>
                </a:cubicBezTo>
                <a:cubicBezTo>
                  <a:pt x="471782" y="189353"/>
                  <a:pt x="459163" y="254629"/>
                  <a:pt x="410409" y="321623"/>
                </a:cubicBezTo>
                <a:cubicBezTo>
                  <a:pt x="374703" y="370723"/>
                  <a:pt x="359216" y="437430"/>
                  <a:pt x="316054" y="479659"/>
                </a:cubicBezTo>
                <a:cubicBezTo>
                  <a:pt x="316054" y="480232"/>
                  <a:pt x="316197" y="480804"/>
                  <a:pt x="316197" y="481377"/>
                </a:cubicBezTo>
                <a:cubicBezTo>
                  <a:pt x="315767" y="501131"/>
                  <a:pt x="313329" y="520743"/>
                  <a:pt x="307307" y="539638"/>
                </a:cubicBezTo>
                <a:cubicBezTo>
                  <a:pt x="303292" y="551949"/>
                  <a:pt x="293111" y="560395"/>
                  <a:pt x="280205" y="561111"/>
                </a:cubicBezTo>
                <a:cubicBezTo>
                  <a:pt x="279775" y="564260"/>
                  <a:pt x="279201" y="567266"/>
                  <a:pt x="278197" y="570129"/>
                </a:cubicBezTo>
                <a:cubicBezTo>
                  <a:pt x="270884" y="591172"/>
                  <a:pt x="255541" y="604771"/>
                  <a:pt x="233028" y="607062"/>
                </a:cubicBezTo>
                <a:cubicBezTo>
                  <a:pt x="201337" y="610354"/>
                  <a:pt x="179254" y="579863"/>
                  <a:pt x="176960" y="550804"/>
                </a:cubicBezTo>
                <a:cubicBezTo>
                  <a:pt x="176816" y="550661"/>
                  <a:pt x="176673" y="550518"/>
                  <a:pt x="176386" y="550375"/>
                </a:cubicBezTo>
                <a:cubicBezTo>
                  <a:pt x="155020" y="533913"/>
                  <a:pt x="150431" y="514158"/>
                  <a:pt x="144696" y="490252"/>
                </a:cubicBezTo>
                <a:cubicBezTo>
                  <a:pt x="144409" y="489823"/>
                  <a:pt x="144122" y="489536"/>
                  <a:pt x="143979" y="489107"/>
                </a:cubicBezTo>
                <a:cubicBezTo>
                  <a:pt x="125767" y="472502"/>
                  <a:pt x="114869" y="450170"/>
                  <a:pt x="105692" y="426694"/>
                </a:cubicBezTo>
                <a:cubicBezTo>
                  <a:pt x="99382" y="410804"/>
                  <a:pt x="93647" y="394629"/>
                  <a:pt x="88915" y="378167"/>
                </a:cubicBezTo>
                <a:cubicBezTo>
                  <a:pt x="88198" y="377594"/>
                  <a:pt x="87624" y="376878"/>
                  <a:pt x="86764" y="375876"/>
                </a:cubicBezTo>
                <a:cubicBezTo>
                  <a:pt x="36862" y="318760"/>
                  <a:pt x="-6157" y="246613"/>
                  <a:pt x="726" y="168167"/>
                </a:cubicBezTo>
                <a:cubicBezTo>
                  <a:pt x="9437" y="69073"/>
                  <a:pt x="98890" y="12573"/>
                  <a:pt x="191347" y="187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ightbulb-doodle-with-shine_17060"/>
          <p:cNvSpPr/>
          <p:nvPr/>
        </p:nvSpPr>
        <p:spPr>
          <a:xfrm>
            <a:off x="1606286" y="1073904"/>
            <a:ext cx="334138" cy="461666"/>
          </a:xfrm>
          <a:custGeom>
            <a:avLst/>
            <a:gdLst>
              <a:gd name="connsiteX0" fmla="*/ 153173 w 455857"/>
              <a:gd name="connsiteY0" fmla="*/ 108219 h 607306"/>
              <a:gd name="connsiteX1" fmla="*/ 189307 w 455857"/>
              <a:gd name="connsiteY1" fmla="*/ 128685 h 607306"/>
              <a:gd name="connsiteX2" fmla="*/ 168802 w 455857"/>
              <a:gd name="connsiteY2" fmla="*/ 164751 h 607306"/>
              <a:gd name="connsiteX3" fmla="*/ 152886 w 455857"/>
              <a:gd name="connsiteY3" fmla="*/ 177632 h 607306"/>
              <a:gd name="connsiteX4" fmla="*/ 142275 w 455857"/>
              <a:gd name="connsiteY4" fmla="*/ 204968 h 607306"/>
              <a:gd name="connsiteX5" fmla="*/ 106140 w 455857"/>
              <a:gd name="connsiteY5" fmla="*/ 225434 h 607306"/>
              <a:gd name="connsiteX6" fmla="*/ 85635 w 455857"/>
              <a:gd name="connsiteY6" fmla="*/ 189368 h 607306"/>
              <a:gd name="connsiteX7" fmla="*/ 153173 w 455857"/>
              <a:gd name="connsiteY7" fmla="*/ 108219 h 607306"/>
              <a:gd name="connsiteX8" fmla="*/ 240628 w 455857"/>
              <a:gd name="connsiteY8" fmla="*/ 59374 h 607306"/>
              <a:gd name="connsiteX9" fmla="*/ 66688 w 455857"/>
              <a:gd name="connsiteY9" fmla="*/ 232727 h 607306"/>
              <a:gd name="connsiteX10" fmla="*/ 140537 w 455857"/>
              <a:gd name="connsiteY10" fmla="*/ 348535 h 607306"/>
              <a:gd name="connsiteX11" fmla="*/ 184847 w 455857"/>
              <a:gd name="connsiteY11" fmla="*/ 447594 h 607306"/>
              <a:gd name="connsiteX12" fmla="*/ 282069 w 455857"/>
              <a:gd name="connsiteY12" fmla="*/ 431704 h 607306"/>
              <a:gd name="connsiteX13" fmla="*/ 324227 w 455857"/>
              <a:gd name="connsiteY13" fmla="*/ 345529 h 607306"/>
              <a:gd name="connsiteX14" fmla="*/ 367103 w 455857"/>
              <a:gd name="connsiteY14" fmla="*/ 281541 h 607306"/>
              <a:gd name="connsiteX15" fmla="*/ 360077 w 455857"/>
              <a:gd name="connsiteY15" fmla="*/ 112339 h 607306"/>
              <a:gd name="connsiteX16" fmla="*/ 240628 w 455857"/>
              <a:gd name="connsiteY16" fmla="*/ 59374 h 607306"/>
              <a:gd name="connsiteX17" fmla="*/ 191347 w 455857"/>
              <a:gd name="connsiteY17" fmla="*/ 1871 h 607306"/>
              <a:gd name="connsiteX18" fmla="*/ 281926 w 455857"/>
              <a:gd name="connsiteY18" fmla="*/ 6552 h 607306"/>
              <a:gd name="connsiteX19" fmla="*/ 433065 w 455857"/>
              <a:gd name="connsiteY19" fmla="*/ 113198 h 607306"/>
              <a:gd name="connsiteX20" fmla="*/ 410409 w 455857"/>
              <a:gd name="connsiteY20" fmla="*/ 321623 h 607306"/>
              <a:gd name="connsiteX21" fmla="*/ 316054 w 455857"/>
              <a:gd name="connsiteY21" fmla="*/ 479659 h 607306"/>
              <a:gd name="connsiteX22" fmla="*/ 316197 w 455857"/>
              <a:gd name="connsiteY22" fmla="*/ 481377 h 607306"/>
              <a:gd name="connsiteX23" fmla="*/ 307307 w 455857"/>
              <a:gd name="connsiteY23" fmla="*/ 539638 h 607306"/>
              <a:gd name="connsiteX24" fmla="*/ 280205 w 455857"/>
              <a:gd name="connsiteY24" fmla="*/ 561111 h 607306"/>
              <a:gd name="connsiteX25" fmla="*/ 278197 w 455857"/>
              <a:gd name="connsiteY25" fmla="*/ 570129 h 607306"/>
              <a:gd name="connsiteX26" fmla="*/ 233028 w 455857"/>
              <a:gd name="connsiteY26" fmla="*/ 607062 h 607306"/>
              <a:gd name="connsiteX27" fmla="*/ 176960 w 455857"/>
              <a:gd name="connsiteY27" fmla="*/ 550804 h 607306"/>
              <a:gd name="connsiteX28" fmla="*/ 176386 w 455857"/>
              <a:gd name="connsiteY28" fmla="*/ 550375 h 607306"/>
              <a:gd name="connsiteX29" fmla="*/ 144696 w 455857"/>
              <a:gd name="connsiteY29" fmla="*/ 490252 h 607306"/>
              <a:gd name="connsiteX30" fmla="*/ 143979 w 455857"/>
              <a:gd name="connsiteY30" fmla="*/ 489107 h 607306"/>
              <a:gd name="connsiteX31" fmla="*/ 105692 w 455857"/>
              <a:gd name="connsiteY31" fmla="*/ 426694 h 607306"/>
              <a:gd name="connsiteX32" fmla="*/ 88915 w 455857"/>
              <a:gd name="connsiteY32" fmla="*/ 378167 h 607306"/>
              <a:gd name="connsiteX33" fmla="*/ 86764 w 455857"/>
              <a:gd name="connsiteY33" fmla="*/ 375876 h 607306"/>
              <a:gd name="connsiteX34" fmla="*/ 726 w 455857"/>
              <a:gd name="connsiteY34" fmla="*/ 168167 h 607306"/>
              <a:gd name="connsiteX35" fmla="*/ 191347 w 455857"/>
              <a:gd name="connsiteY35" fmla="*/ 1871 h 607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5857" h="607306">
                <a:moveTo>
                  <a:pt x="153173" y="108219"/>
                </a:moveTo>
                <a:cubicBezTo>
                  <a:pt x="168085" y="102494"/>
                  <a:pt x="185436" y="114373"/>
                  <a:pt x="189307" y="128685"/>
                </a:cubicBezTo>
                <a:cubicBezTo>
                  <a:pt x="193896" y="145287"/>
                  <a:pt x="183715" y="159026"/>
                  <a:pt x="168802" y="164751"/>
                </a:cubicBezTo>
                <a:cubicBezTo>
                  <a:pt x="162636" y="167184"/>
                  <a:pt x="156040" y="172766"/>
                  <a:pt x="152886" y="177632"/>
                </a:cubicBezTo>
                <a:cubicBezTo>
                  <a:pt x="146863" y="187364"/>
                  <a:pt x="144999" y="193232"/>
                  <a:pt x="142275" y="204968"/>
                </a:cubicBezTo>
                <a:cubicBezTo>
                  <a:pt x="138690" y="220568"/>
                  <a:pt x="121053" y="229441"/>
                  <a:pt x="106140" y="225434"/>
                </a:cubicBezTo>
                <a:cubicBezTo>
                  <a:pt x="90223" y="220997"/>
                  <a:pt x="82050" y="204968"/>
                  <a:pt x="85635" y="189368"/>
                </a:cubicBezTo>
                <a:cubicBezTo>
                  <a:pt x="94238" y="151441"/>
                  <a:pt x="116464" y="122388"/>
                  <a:pt x="153173" y="108219"/>
                </a:cubicBezTo>
                <a:close/>
                <a:moveTo>
                  <a:pt x="240628" y="59374"/>
                </a:moveTo>
                <a:cubicBezTo>
                  <a:pt x="142401" y="54364"/>
                  <a:pt x="23956" y="116347"/>
                  <a:pt x="66688" y="232727"/>
                </a:cubicBezTo>
                <a:cubicBezTo>
                  <a:pt x="83752" y="279107"/>
                  <a:pt x="116733" y="308024"/>
                  <a:pt x="140537" y="348535"/>
                </a:cubicBezTo>
                <a:cubicBezTo>
                  <a:pt x="157745" y="377737"/>
                  <a:pt x="154016" y="426694"/>
                  <a:pt x="184847" y="447594"/>
                </a:cubicBezTo>
                <a:cubicBezTo>
                  <a:pt x="217684" y="462195"/>
                  <a:pt x="257835" y="461765"/>
                  <a:pt x="282069" y="431704"/>
                </a:cubicBezTo>
                <a:cubicBezTo>
                  <a:pt x="303005" y="405651"/>
                  <a:pt x="308311" y="373729"/>
                  <a:pt x="324227" y="345529"/>
                </a:cubicBezTo>
                <a:cubicBezTo>
                  <a:pt x="336846" y="322911"/>
                  <a:pt x="352620" y="302870"/>
                  <a:pt x="367103" y="281541"/>
                </a:cubicBezTo>
                <a:cubicBezTo>
                  <a:pt x="404529" y="227001"/>
                  <a:pt x="411842" y="162727"/>
                  <a:pt x="360077" y="112339"/>
                </a:cubicBezTo>
                <a:cubicBezTo>
                  <a:pt x="328243" y="81276"/>
                  <a:pt x="285367" y="61664"/>
                  <a:pt x="240628" y="59374"/>
                </a:cubicBezTo>
                <a:close/>
                <a:moveTo>
                  <a:pt x="191347" y="1871"/>
                </a:moveTo>
                <a:cubicBezTo>
                  <a:pt x="222166" y="-1697"/>
                  <a:pt x="253319" y="-176"/>
                  <a:pt x="281926" y="6552"/>
                </a:cubicBezTo>
                <a:cubicBezTo>
                  <a:pt x="342439" y="20867"/>
                  <a:pt x="403956" y="55795"/>
                  <a:pt x="433065" y="113198"/>
                </a:cubicBezTo>
                <a:cubicBezTo>
                  <a:pt x="471782" y="189353"/>
                  <a:pt x="459163" y="254629"/>
                  <a:pt x="410409" y="321623"/>
                </a:cubicBezTo>
                <a:cubicBezTo>
                  <a:pt x="374703" y="370723"/>
                  <a:pt x="359216" y="437430"/>
                  <a:pt x="316054" y="479659"/>
                </a:cubicBezTo>
                <a:cubicBezTo>
                  <a:pt x="316054" y="480232"/>
                  <a:pt x="316197" y="480804"/>
                  <a:pt x="316197" y="481377"/>
                </a:cubicBezTo>
                <a:cubicBezTo>
                  <a:pt x="315767" y="501131"/>
                  <a:pt x="313329" y="520743"/>
                  <a:pt x="307307" y="539638"/>
                </a:cubicBezTo>
                <a:cubicBezTo>
                  <a:pt x="303292" y="551949"/>
                  <a:pt x="293111" y="560395"/>
                  <a:pt x="280205" y="561111"/>
                </a:cubicBezTo>
                <a:cubicBezTo>
                  <a:pt x="279775" y="564260"/>
                  <a:pt x="279201" y="567266"/>
                  <a:pt x="278197" y="570129"/>
                </a:cubicBezTo>
                <a:cubicBezTo>
                  <a:pt x="270884" y="591172"/>
                  <a:pt x="255541" y="604771"/>
                  <a:pt x="233028" y="607062"/>
                </a:cubicBezTo>
                <a:cubicBezTo>
                  <a:pt x="201337" y="610354"/>
                  <a:pt x="179254" y="579863"/>
                  <a:pt x="176960" y="550804"/>
                </a:cubicBezTo>
                <a:cubicBezTo>
                  <a:pt x="176816" y="550661"/>
                  <a:pt x="176673" y="550518"/>
                  <a:pt x="176386" y="550375"/>
                </a:cubicBezTo>
                <a:cubicBezTo>
                  <a:pt x="155020" y="533913"/>
                  <a:pt x="150431" y="514158"/>
                  <a:pt x="144696" y="490252"/>
                </a:cubicBezTo>
                <a:cubicBezTo>
                  <a:pt x="144409" y="489823"/>
                  <a:pt x="144122" y="489536"/>
                  <a:pt x="143979" y="489107"/>
                </a:cubicBezTo>
                <a:cubicBezTo>
                  <a:pt x="125767" y="472502"/>
                  <a:pt x="114869" y="450170"/>
                  <a:pt x="105692" y="426694"/>
                </a:cubicBezTo>
                <a:cubicBezTo>
                  <a:pt x="99382" y="410804"/>
                  <a:pt x="93647" y="394629"/>
                  <a:pt x="88915" y="378167"/>
                </a:cubicBezTo>
                <a:cubicBezTo>
                  <a:pt x="88198" y="377594"/>
                  <a:pt x="87624" y="376878"/>
                  <a:pt x="86764" y="375876"/>
                </a:cubicBezTo>
                <a:cubicBezTo>
                  <a:pt x="36862" y="318760"/>
                  <a:pt x="-6157" y="246613"/>
                  <a:pt x="726" y="168167"/>
                </a:cubicBezTo>
                <a:cubicBezTo>
                  <a:pt x="9437" y="69073"/>
                  <a:pt x="98890" y="12573"/>
                  <a:pt x="191347" y="187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ightbulb-doodle-with-shine_17060"/>
          <p:cNvSpPr/>
          <p:nvPr/>
        </p:nvSpPr>
        <p:spPr>
          <a:xfrm>
            <a:off x="2122600" y="1073904"/>
            <a:ext cx="334138" cy="461666"/>
          </a:xfrm>
          <a:custGeom>
            <a:avLst/>
            <a:gdLst>
              <a:gd name="connsiteX0" fmla="*/ 153173 w 455857"/>
              <a:gd name="connsiteY0" fmla="*/ 108219 h 607306"/>
              <a:gd name="connsiteX1" fmla="*/ 189307 w 455857"/>
              <a:gd name="connsiteY1" fmla="*/ 128685 h 607306"/>
              <a:gd name="connsiteX2" fmla="*/ 168802 w 455857"/>
              <a:gd name="connsiteY2" fmla="*/ 164751 h 607306"/>
              <a:gd name="connsiteX3" fmla="*/ 152886 w 455857"/>
              <a:gd name="connsiteY3" fmla="*/ 177632 h 607306"/>
              <a:gd name="connsiteX4" fmla="*/ 142275 w 455857"/>
              <a:gd name="connsiteY4" fmla="*/ 204968 h 607306"/>
              <a:gd name="connsiteX5" fmla="*/ 106140 w 455857"/>
              <a:gd name="connsiteY5" fmla="*/ 225434 h 607306"/>
              <a:gd name="connsiteX6" fmla="*/ 85635 w 455857"/>
              <a:gd name="connsiteY6" fmla="*/ 189368 h 607306"/>
              <a:gd name="connsiteX7" fmla="*/ 153173 w 455857"/>
              <a:gd name="connsiteY7" fmla="*/ 108219 h 607306"/>
              <a:gd name="connsiteX8" fmla="*/ 240628 w 455857"/>
              <a:gd name="connsiteY8" fmla="*/ 59374 h 607306"/>
              <a:gd name="connsiteX9" fmla="*/ 66688 w 455857"/>
              <a:gd name="connsiteY9" fmla="*/ 232727 h 607306"/>
              <a:gd name="connsiteX10" fmla="*/ 140537 w 455857"/>
              <a:gd name="connsiteY10" fmla="*/ 348535 h 607306"/>
              <a:gd name="connsiteX11" fmla="*/ 184847 w 455857"/>
              <a:gd name="connsiteY11" fmla="*/ 447594 h 607306"/>
              <a:gd name="connsiteX12" fmla="*/ 282069 w 455857"/>
              <a:gd name="connsiteY12" fmla="*/ 431704 h 607306"/>
              <a:gd name="connsiteX13" fmla="*/ 324227 w 455857"/>
              <a:gd name="connsiteY13" fmla="*/ 345529 h 607306"/>
              <a:gd name="connsiteX14" fmla="*/ 367103 w 455857"/>
              <a:gd name="connsiteY14" fmla="*/ 281541 h 607306"/>
              <a:gd name="connsiteX15" fmla="*/ 360077 w 455857"/>
              <a:gd name="connsiteY15" fmla="*/ 112339 h 607306"/>
              <a:gd name="connsiteX16" fmla="*/ 240628 w 455857"/>
              <a:gd name="connsiteY16" fmla="*/ 59374 h 607306"/>
              <a:gd name="connsiteX17" fmla="*/ 191347 w 455857"/>
              <a:gd name="connsiteY17" fmla="*/ 1871 h 607306"/>
              <a:gd name="connsiteX18" fmla="*/ 281926 w 455857"/>
              <a:gd name="connsiteY18" fmla="*/ 6552 h 607306"/>
              <a:gd name="connsiteX19" fmla="*/ 433065 w 455857"/>
              <a:gd name="connsiteY19" fmla="*/ 113198 h 607306"/>
              <a:gd name="connsiteX20" fmla="*/ 410409 w 455857"/>
              <a:gd name="connsiteY20" fmla="*/ 321623 h 607306"/>
              <a:gd name="connsiteX21" fmla="*/ 316054 w 455857"/>
              <a:gd name="connsiteY21" fmla="*/ 479659 h 607306"/>
              <a:gd name="connsiteX22" fmla="*/ 316197 w 455857"/>
              <a:gd name="connsiteY22" fmla="*/ 481377 h 607306"/>
              <a:gd name="connsiteX23" fmla="*/ 307307 w 455857"/>
              <a:gd name="connsiteY23" fmla="*/ 539638 h 607306"/>
              <a:gd name="connsiteX24" fmla="*/ 280205 w 455857"/>
              <a:gd name="connsiteY24" fmla="*/ 561111 h 607306"/>
              <a:gd name="connsiteX25" fmla="*/ 278197 w 455857"/>
              <a:gd name="connsiteY25" fmla="*/ 570129 h 607306"/>
              <a:gd name="connsiteX26" fmla="*/ 233028 w 455857"/>
              <a:gd name="connsiteY26" fmla="*/ 607062 h 607306"/>
              <a:gd name="connsiteX27" fmla="*/ 176960 w 455857"/>
              <a:gd name="connsiteY27" fmla="*/ 550804 h 607306"/>
              <a:gd name="connsiteX28" fmla="*/ 176386 w 455857"/>
              <a:gd name="connsiteY28" fmla="*/ 550375 h 607306"/>
              <a:gd name="connsiteX29" fmla="*/ 144696 w 455857"/>
              <a:gd name="connsiteY29" fmla="*/ 490252 h 607306"/>
              <a:gd name="connsiteX30" fmla="*/ 143979 w 455857"/>
              <a:gd name="connsiteY30" fmla="*/ 489107 h 607306"/>
              <a:gd name="connsiteX31" fmla="*/ 105692 w 455857"/>
              <a:gd name="connsiteY31" fmla="*/ 426694 h 607306"/>
              <a:gd name="connsiteX32" fmla="*/ 88915 w 455857"/>
              <a:gd name="connsiteY32" fmla="*/ 378167 h 607306"/>
              <a:gd name="connsiteX33" fmla="*/ 86764 w 455857"/>
              <a:gd name="connsiteY33" fmla="*/ 375876 h 607306"/>
              <a:gd name="connsiteX34" fmla="*/ 726 w 455857"/>
              <a:gd name="connsiteY34" fmla="*/ 168167 h 607306"/>
              <a:gd name="connsiteX35" fmla="*/ 191347 w 455857"/>
              <a:gd name="connsiteY35" fmla="*/ 1871 h 607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5857" h="607306">
                <a:moveTo>
                  <a:pt x="153173" y="108219"/>
                </a:moveTo>
                <a:cubicBezTo>
                  <a:pt x="168085" y="102494"/>
                  <a:pt x="185436" y="114373"/>
                  <a:pt x="189307" y="128685"/>
                </a:cubicBezTo>
                <a:cubicBezTo>
                  <a:pt x="193896" y="145287"/>
                  <a:pt x="183715" y="159026"/>
                  <a:pt x="168802" y="164751"/>
                </a:cubicBezTo>
                <a:cubicBezTo>
                  <a:pt x="162636" y="167184"/>
                  <a:pt x="156040" y="172766"/>
                  <a:pt x="152886" y="177632"/>
                </a:cubicBezTo>
                <a:cubicBezTo>
                  <a:pt x="146863" y="187364"/>
                  <a:pt x="144999" y="193232"/>
                  <a:pt x="142275" y="204968"/>
                </a:cubicBezTo>
                <a:cubicBezTo>
                  <a:pt x="138690" y="220568"/>
                  <a:pt x="121053" y="229441"/>
                  <a:pt x="106140" y="225434"/>
                </a:cubicBezTo>
                <a:cubicBezTo>
                  <a:pt x="90223" y="220997"/>
                  <a:pt x="82050" y="204968"/>
                  <a:pt x="85635" y="189368"/>
                </a:cubicBezTo>
                <a:cubicBezTo>
                  <a:pt x="94238" y="151441"/>
                  <a:pt x="116464" y="122388"/>
                  <a:pt x="153173" y="108219"/>
                </a:cubicBezTo>
                <a:close/>
                <a:moveTo>
                  <a:pt x="240628" y="59374"/>
                </a:moveTo>
                <a:cubicBezTo>
                  <a:pt x="142401" y="54364"/>
                  <a:pt x="23956" y="116347"/>
                  <a:pt x="66688" y="232727"/>
                </a:cubicBezTo>
                <a:cubicBezTo>
                  <a:pt x="83752" y="279107"/>
                  <a:pt x="116733" y="308024"/>
                  <a:pt x="140537" y="348535"/>
                </a:cubicBezTo>
                <a:cubicBezTo>
                  <a:pt x="157745" y="377737"/>
                  <a:pt x="154016" y="426694"/>
                  <a:pt x="184847" y="447594"/>
                </a:cubicBezTo>
                <a:cubicBezTo>
                  <a:pt x="217684" y="462195"/>
                  <a:pt x="257835" y="461765"/>
                  <a:pt x="282069" y="431704"/>
                </a:cubicBezTo>
                <a:cubicBezTo>
                  <a:pt x="303005" y="405651"/>
                  <a:pt x="308311" y="373729"/>
                  <a:pt x="324227" y="345529"/>
                </a:cubicBezTo>
                <a:cubicBezTo>
                  <a:pt x="336846" y="322911"/>
                  <a:pt x="352620" y="302870"/>
                  <a:pt x="367103" y="281541"/>
                </a:cubicBezTo>
                <a:cubicBezTo>
                  <a:pt x="404529" y="227001"/>
                  <a:pt x="411842" y="162727"/>
                  <a:pt x="360077" y="112339"/>
                </a:cubicBezTo>
                <a:cubicBezTo>
                  <a:pt x="328243" y="81276"/>
                  <a:pt x="285367" y="61664"/>
                  <a:pt x="240628" y="59374"/>
                </a:cubicBezTo>
                <a:close/>
                <a:moveTo>
                  <a:pt x="191347" y="1871"/>
                </a:moveTo>
                <a:cubicBezTo>
                  <a:pt x="222166" y="-1697"/>
                  <a:pt x="253319" y="-176"/>
                  <a:pt x="281926" y="6552"/>
                </a:cubicBezTo>
                <a:cubicBezTo>
                  <a:pt x="342439" y="20867"/>
                  <a:pt x="403956" y="55795"/>
                  <a:pt x="433065" y="113198"/>
                </a:cubicBezTo>
                <a:cubicBezTo>
                  <a:pt x="471782" y="189353"/>
                  <a:pt x="459163" y="254629"/>
                  <a:pt x="410409" y="321623"/>
                </a:cubicBezTo>
                <a:cubicBezTo>
                  <a:pt x="374703" y="370723"/>
                  <a:pt x="359216" y="437430"/>
                  <a:pt x="316054" y="479659"/>
                </a:cubicBezTo>
                <a:cubicBezTo>
                  <a:pt x="316054" y="480232"/>
                  <a:pt x="316197" y="480804"/>
                  <a:pt x="316197" y="481377"/>
                </a:cubicBezTo>
                <a:cubicBezTo>
                  <a:pt x="315767" y="501131"/>
                  <a:pt x="313329" y="520743"/>
                  <a:pt x="307307" y="539638"/>
                </a:cubicBezTo>
                <a:cubicBezTo>
                  <a:pt x="303292" y="551949"/>
                  <a:pt x="293111" y="560395"/>
                  <a:pt x="280205" y="561111"/>
                </a:cubicBezTo>
                <a:cubicBezTo>
                  <a:pt x="279775" y="564260"/>
                  <a:pt x="279201" y="567266"/>
                  <a:pt x="278197" y="570129"/>
                </a:cubicBezTo>
                <a:cubicBezTo>
                  <a:pt x="270884" y="591172"/>
                  <a:pt x="255541" y="604771"/>
                  <a:pt x="233028" y="607062"/>
                </a:cubicBezTo>
                <a:cubicBezTo>
                  <a:pt x="201337" y="610354"/>
                  <a:pt x="179254" y="579863"/>
                  <a:pt x="176960" y="550804"/>
                </a:cubicBezTo>
                <a:cubicBezTo>
                  <a:pt x="176816" y="550661"/>
                  <a:pt x="176673" y="550518"/>
                  <a:pt x="176386" y="550375"/>
                </a:cubicBezTo>
                <a:cubicBezTo>
                  <a:pt x="155020" y="533913"/>
                  <a:pt x="150431" y="514158"/>
                  <a:pt x="144696" y="490252"/>
                </a:cubicBezTo>
                <a:cubicBezTo>
                  <a:pt x="144409" y="489823"/>
                  <a:pt x="144122" y="489536"/>
                  <a:pt x="143979" y="489107"/>
                </a:cubicBezTo>
                <a:cubicBezTo>
                  <a:pt x="125767" y="472502"/>
                  <a:pt x="114869" y="450170"/>
                  <a:pt x="105692" y="426694"/>
                </a:cubicBezTo>
                <a:cubicBezTo>
                  <a:pt x="99382" y="410804"/>
                  <a:pt x="93647" y="394629"/>
                  <a:pt x="88915" y="378167"/>
                </a:cubicBezTo>
                <a:cubicBezTo>
                  <a:pt x="88198" y="377594"/>
                  <a:pt x="87624" y="376878"/>
                  <a:pt x="86764" y="375876"/>
                </a:cubicBezTo>
                <a:cubicBezTo>
                  <a:pt x="36862" y="318760"/>
                  <a:pt x="-6157" y="246613"/>
                  <a:pt x="726" y="168167"/>
                </a:cubicBezTo>
                <a:cubicBezTo>
                  <a:pt x="9437" y="69073"/>
                  <a:pt x="98890" y="12573"/>
                  <a:pt x="191347" y="18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ightbulb-doodle-with-shine_17060"/>
          <p:cNvSpPr/>
          <p:nvPr/>
        </p:nvSpPr>
        <p:spPr>
          <a:xfrm>
            <a:off x="2638914" y="1073904"/>
            <a:ext cx="334138" cy="461666"/>
          </a:xfrm>
          <a:custGeom>
            <a:avLst/>
            <a:gdLst>
              <a:gd name="connsiteX0" fmla="*/ 153173 w 455857"/>
              <a:gd name="connsiteY0" fmla="*/ 108219 h 607306"/>
              <a:gd name="connsiteX1" fmla="*/ 189307 w 455857"/>
              <a:gd name="connsiteY1" fmla="*/ 128685 h 607306"/>
              <a:gd name="connsiteX2" fmla="*/ 168802 w 455857"/>
              <a:gd name="connsiteY2" fmla="*/ 164751 h 607306"/>
              <a:gd name="connsiteX3" fmla="*/ 152886 w 455857"/>
              <a:gd name="connsiteY3" fmla="*/ 177632 h 607306"/>
              <a:gd name="connsiteX4" fmla="*/ 142275 w 455857"/>
              <a:gd name="connsiteY4" fmla="*/ 204968 h 607306"/>
              <a:gd name="connsiteX5" fmla="*/ 106140 w 455857"/>
              <a:gd name="connsiteY5" fmla="*/ 225434 h 607306"/>
              <a:gd name="connsiteX6" fmla="*/ 85635 w 455857"/>
              <a:gd name="connsiteY6" fmla="*/ 189368 h 607306"/>
              <a:gd name="connsiteX7" fmla="*/ 153173 w 455857"/>
              <a:gd name="connsiteY7" fmla="*/ 108219 h 607306"/>
              <a:gd name="connsiteX8" fmla="*/ 240628 w 455857"/>
              <a:gd name="connsiteY8" fmla="*/ 59374 h 607306"/>
              <a:gd name="connsiteX9" fmla="*/ 66688 w 455857"/>
              <a:gd name="connsiteY9" fmla="*/ 232727 h 607306"/>
              <a:gd name="connsiteX10" fmla="*/ 140537 w 455857"/>
              <a:gd name="connsiteY10" fmla="*/ 348535 h 607306"/>
              <a:gd name="connsiteX11" fmla="*/ 184847 w 455857"/>
              <a:gd name="connsiteY11" fmla="*/ 447594 h 607306"/>
              <a:gd name="connsiteX12" fmla="*/ 282069 w 455857"/>
              <a:gd name="connsiteY12" fmla="*/ 431704 h 607306"/>
              <a:gd name="connsiteX13" fmla="*/ 324227 w 455857"/>
              <a:gd name="connsiteY13" fmla="*/ 345529 h 607306"/>
              <a:gd name="connsiteX14" fmla="*/ 367103 w 455857"/>
              <a:gd name="connsiteY14" fmla="*/ 281541 h 607306"/>
              <a:gd name="connsiteX15" fmla="*/ 360077 w 455857"/>
              <a:gd name="connsiteY15" fmla="*/ 112339 h 607306"/>
              <a:gd name="connsiteX16" fmla="*/ 240628 w 455857"/>
              <a:gd name="connsiteY16" fmla="*/ 59374 h 607306"/>
              <a:gd name="connsiteX17" fmla="*/ 191347 w 455857"/>
              <a:gd name="connsiteY17" fmla="*/ 1871 h 607306"/>
              <a:gd name="connsiteX18" fmla="*/ 281926 w 455857"/>
              <a:gd name="connsiteY18" fmla="*/ 6552 h 607306"/>
              <a:gd name="connsiteX19" fmla="*/ 433065 w 455857"/>
              <a:gd name="connsiteY19" fmla="*/ 113198 h 607306"/>
              <a:gd name="connsiteX20" fmla="*/ 410409 w 455857"/>
              <a:gd name="connsiteY20" fmla="*/ 321623 h 607306"/>
              <a:gd name="connsiteX21" fmla="*/ 316054 w 455857"/>
              <a:gd name="connsiteY21" fmla="*/ 479659 h 607306"/>
              <a:gd name="connsiteX22" fmla="*/ 316197 w 455857"/>
              <a:gd name="connsiteY22" fmla="*/ 481377 h 607306"/>
              <a:gd name="connsiteX23" fmla="*/ 307307 w 455857"/>
              <a:gd name="connsiteY23" fmla="*/ 539638 h 607306"/>
              <a:gd name="connsiteX24" fmla="*/ 280205 w 455857"/>
              <a:gd name="connsiteY24" fmla="*/ 561111 h 607306"/>
              <a:gd name="connsiteX25" fmla="*/ 278197 w 455857"/>
              <a:gd name="connsiteY25" fmla="*/ 570129 h 607306"/>
              <a:gd name="connsiteX26" fmla="*/ 233028 w 455857"/>
              <a:gd name="connsiteY26" fmla="*/ 607062 h 607306"/>
              <a:gd name="connsiteX27" fmla="*/ 176960 w 455857"/>
              <a:gd name="connsiteY27" fmla="*/ 550804 h 607306"/>
              <a:gd name="connsiteX28" fmla="*/ 176386 w 455857"/>
              <a:gd name="connsiteY28" fmla="*/ 550375 h 607306"/>
              <a:gd name="connsiteX29" fmla="*/ 144696 w 455857"/>
              <a:gd name="connsiteY29" fmla="*/ 490252 h 607306"/>
              <a:gd name="connsiteX30" fmla="*/ 143979 w 455857"/>
              <a:gd name="connsiteY30" fmla="*/ 489107 h 607306"/>
              <a:gd name="connsiteX31" fmla="*/ 105692 w 455857"/>
              <a:gd name="connsiteY31" fmla="*/ 426694 h 607306"/>
              <a:gd name="connsiteX32" fmla="*/ 88915 w 455857"/>
              <a:gd name="connsiteY32" fmla="*/ 378167 h 607306"/>
              <a:gd name="connsiteX33" fmla="*/ 86764 w 455857"/>
              <a:gd name="connsiteY33" fmla="*/ 375876 h 607306"/>
              <a:gd name="connsiteX34" fmla="*/ 726 w 455857"/>
              <a:gd name="connsiteY34" fmla="*/ 168167 h 607306"/>
              <a:gd name="connsiteX35" fmla="*/ 191347 w 455857"/>
              <a:gd name="connsiteY35" fmla="*/ 1871 h 607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5857" h="607306">
                <a:moveTo>
                  <a:pt x="153173" y="108219"/>
                </a:moveTo>
                <a:cubicBezTo>
                  <a:pt x="168085" y="102494"/>
                  <a:pt x="185436" y="114373"/>
                  <a:pt x="189307" y="128685"/>
                </a:cubicBezTo>
                <a:cubicBezTo>
                  <a:pt x="193896" y="145287"/>
                  <a:pt x="183715" y="159026"/>
                  <a:pt x="168802" y="164751"/>
                </a:cubicBezTo>
                <a:cubicBezTo>
                  <a:pt x="162636" y="167184"/>
                  <a:pt x="156040" y="172766"/>
                  <a:pt x="152886" y="177632"/>
                </a:cubicBezTo>
                <a:cubicBezTo>
                  <a:pt x="146863" y="187364"/>
                  <a:pt x="144999" y="193232"/>
                  <a:pt x="142275" y="204968"/>
                </a:cubicBezTo>
                <a:cubicBezTo>
                  <a:pt x="138690" y="220568"/>
                  <a:pt x="121053" y="229441"/>
                  <a:pt x="106140" y="225434"/>
                </a:cubicBezTo>
                <a:cubicBezTo>
                  <a:pt x="90223" y="220997"/>
                  <a:pt x="82050" y="204968"/>
                  <a:pt x="85635" y="189368"/>
                </a:cubicBezTo>
                <a:cubicBezTo>
                  <a:pt x="94238" y="151441"/>
                  <a:pt x="116464" y="122388"/>
                  <a:pt x="153173" y="108219"/>
                </a:cubicBezTo>
                <a:close/>
                <a:moveTo>
                  <a:pt x="240628" y="59374"/>
                </a:moveTo>
                <a:cubicBezTo>
                  <a:pt x="142401" y="54364"/>
                  <a:pt x="23956" y="116347"/>
                  <a:pt x="66688" y="232727"/>
                </a:cubicBezTo>
                <a:cubicBezTo>
                  <a:pt x="83752" y="279107"/>
                  <a:pt x="116733" y="308024"/>
                  <a:pt x="140537" y="348535"/>
                </a:cubicBezTo>
                <a:cubicBezTo>
                  <a:pt x="157745" y="377737"/>
                  <a:pt x="154016" y="426694"/>
                  <a:pt x="184847" y="447594"/>
                </a:cubicBezTo>
                <a:cubicBezTo>
                  <a:pt x="217684" y="462195"/>
                  <a:pt x="257835" y="461765"/>
                  <a:pt x="282069" y="431704"/>
                </a:cubicBezTo>
                <a:cubicBezTo>
                  <a:pt x="303005" y="405651"/>
                  <a:pt x="308311" y="373729"/>
                  <a:pt x="324227" y="345529"/>
                </a:cubicBezTo>
                <a:cubicBezTo>
                  <a:pt x="336846" y="322911"/>
                  <a:pt x="352620" y="302870"/>
                  <a:pt x="367103" y="281541"/>
                </a:cubicBezTo>
                <a:cubicBezTo>
                  <a:pt x="404529" y="227001"/>
                  <a:pt x="411842" y="162727"/>
                  <a:pt x="360077" y="112339"/>
                </a:cubicBezTo>
                <a:cubicBezTo>
                  <a:pt x="328243" y="81276"/>
                  <a:pt x="285367" y="61664"/>
                  <a:pt x="240628" y="59374"/>
                </a:cubicBezTo>
                <a:close/>
                <a:moveTo>
                  <a:pt x="191347" y="1871"/>
                </a:moveTo>
                <a:cubicBezTo>
                  <a:pt x="222166" y="-1697"/>
                  <a:pt x="253319" y="-176"/>
                  <a:pt x="281926" y="6552"/>
                </a:cubicBezTo>
                <a:cubicBezTo>
                  <a:pt x="342439" y="20867"/>
                  <a:pt x="403956" y="55795"/>
                  <a:pt x="433065" y="113198"/>
                </a:cubicBezTo>
                <a:cubicBezTo>
                  <a:pt x="471782" y="189353"/>
                  <a:pt x="459163" y="254629"/>
                  <a:pt x="410409" y="321623"/>
                </a:cubicBezTo>
                <a:cubicBezTo>
                  <a:pt x="374703" y="370723"/>
                  <a:pt x="359216" y="437430"/>
                  <a:pt x="316054" y="479659"/>
                </a:cubicBezTo>
                <a:cubicBezTo>
                  <a:pt x="316054" y="480232"/>
                  <a:pt x="316197" y="480804"/>
                  <a:pt x="316197" y="481377"/>
                </a:cubicBezTo>
                <a:cubicBezTo>
                  <a:pt x="315767" y="501131"/>
                  <a:pt x="313329" y="520743"/>
                  <a:pt x="307307" y="539638"/>
                </a:cubicBezTo>
                <a:cubicBezTo>
                  <a:pt x="303292" y="551949"/>
                  <a:pt x="293111" y="560395"/>
                  <a:pt x="280205" y="561111"/>
                </a:cubicBezTo>
                <a:cubicBezTo>
                  <a:pt x="279775" y="564260"/>
                  <a:pt x="279201" y="567266"/>
                  <a:pt x="278197" y="570129"/>
                </a:cubicBezTo>
                <a:cubicBezTo>
                  <a:pt x="270884" y="591172"/>
                  <a:pt x="255541" y="604771"/>
                  <a:pt x="233028" y="607062"/>
                </a:cubicBezTo>
                <a:cubicBezTo>
                  <a:pt x="201337" y="610354"/>
                  <a:pt x="179254" y="579863"/>
                  <a:pt x="176960" y="550804"/>
                </a:cubicBezTo>
                <a:cubicBezTo>
                  <a:pt x="176816" y="550661"/>
                  <a:pt x="176673" y="550518"/>
                  <a:pt x="176386" y="550375"/>
                </a:cubicBezTo>
                <a:cubicBezTo>
                  <a:pt x="155020" y="533913"/>
                  <a:pt x="150431" y="514158"/>
                  <a:pt x="144696" y="490252"/>
                </a:cubicBezTo>
                <a:cubicBezTo>
                  <a:pt x="144409" y="489823"/>
                  <a:pt x="144122" y="489536"/>
                  <a:pt x="143979" y="489107"/>
                </a:cubicBezTo>
                <a:cubicBezTo>
                  <a:pt x="125767" y="472502"/>
                  <a:pt x="114869" y="450170"/>
                  <a:pt x="105692" y="426694"/>
                </a:cubicBezTo>
                <a:cubicBezTo>
                  <a:pt x="99382" y="410804"/>
                  <a:pt x="93647" y="394629"/>
                  <a:pt x="88915" y="378167"/>
                </a:cubicBezTo>
                <a:cubicBezTo>
                  <a:pt x="88198" y="377594"/>
                  <a:pt x="87624" y="376878"/>
                  <a:pt x="86764" y="375876"/>
                </a:cubicBezTo>
                <a:cubicBezTo>
                  <a:pt x="36862" y="318760"/>
                  <a:pt x="-6157" y="246613"/>
                  <a:pt x="726" y="168167"/>
                </a:cubicBezTo>
                <a:cubicBezTo>
                  <a:pt x="9437" y="69073"/>
                  <a:pt x="98890" y="12573"/>
                  <a:pt x="191347" y="187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ightbulb-doodle-with-shine_17060"/>
          <p:cNvSpPr/>
          <p:nvPr/>
        </p:nvSpPr>
        <p:spPr>
          <a:xfrm>
            <a:off x="3155228" y="1073904"/>
            <a:ext cx="334138" cy="461666"/>
          </a:xfrm>
          <a:custGeom>
            <a:avLst/>
            <a:gdLst>
              <a:gd name="connsiteX0" fmla="*/ 153173 w 455857"/>
              <a:gd name="connsiteY0" fmla="*/ 108219 h 607306"/>
              <a:gd name="connsiteX1" fmla="*/ 189307 w 455857"/>
              <a:gd name="connsiteY1" fmla="*/ 128685 h 607306"/>
              <a:gd name="connsiteX2" fmla="*/ 168802 w 455857"/>
              <a:gd name="connsiteY2" fmla="*/ 164751 h 607306"/>
              <a:gd name="connsiteX3" fmla="*/ 152886 w 455857"/>
              <a:gd name="connsiteY3" fmla="*/ 177632 h 607306"/>
              <a:gd name="connsiteX4" fmla="*/ 142275 w 455857"/>
              <a:gd name="connsiteY4" fmla="*/ 204968 h 607306"/>
              <a:gd name="connsiteX5" fmla="*/ 106140 w 455857"/>
              <a:gd name="connsiteY5" fmla="*/ 225434 h 607306"/>
              <a:gd name="connsiteX6" fmla="*/ 85635 w 455857"/>
              <a:gd name="connsiteY6" fmla="*/ 189368 h 607306"/>
              <a:gd name="connsiteX7" fmla="*/ 153173 w 455857"/>
              <a:gd name="connsiteY7" fmla="*/ 108219 h 607306"/>
              <a:gd name="connsiteX8" fmla="*/ 240628 w 455857"/>
              <a:gd name="connsiteY8" fmla="*/ 59374 h 607306"/>
              <a:gd name="connsiteX9" fmla="*/ 66688 w 455857"/>
              <a:gd name="connsiteY9" fmla="*/ 232727 h 607306"/>
              <a:gd name="connsiteX10" fmla="*/ 140537 w 455857"/>
              <a:gd name="connsiteY10" fmla="*/ 348535 h 607306"/>
              <a:gd name="connsiteX11" fmla="*/ 184847 w 455857"/>
              <a:gd name="connsiteY11" fmla="*/ 447594 h 607306"/>
              <a:gd name="connsiteX12" fmla="*/ 282069 w 455857"/>
              <a:gd name="connsiteY12" fmla="*/ 431704 h 607306"/>
              <a:gd name="connsiteX13" fmla="*/ 324227 w 455857"/>
              <a:gd name="connsiteY13" fmla="*/ 345529 h 607306"/>
              <a:gd name="connsiteX14" fmla="*/ 367103 w 455857"/>
              <a:gd name="connsiteY14" fmla="*/ 281541 h 607306"/>
              <a:gd name="connsiteX15" fmla="*/ 360077 w 455857"/>
              <a:gd name="connsiteY15" fmla="*/ 112339 h 607306"/>
              <a:gd name="connsiteX16" fmla="*/ 240628 w 455857"/>
              <a:gd name="connsiteY16" fmla="*/ 59374 h 607306"/>
              <a:gd name="connsiteX17" fmla="*/ 191347 w 455857"/>
              <a:gd name="connsiteY17" fmla="*/ 1871 h 607306"/>
              <a:gd name="connsiteX18" fmla="*/ 281926 w 455857"/>
              <a:gd name="connsiteY18" fmla="*/ 6552 h 607306"/>
              <a:gd name="connsiteX19" fmla="*/ 433065 w 455857"/>
              <a:gd name="connsiteY19" fmla="*/ 113198 h 607306"/>
              <a:gd name="connsiteX20" fmla="*/ 410409 w 455857"/>
              <a:gd name="connsiteY20" fmla="*/ 321623 h 607306"/>
              <a:gd name="connsiteX21" fmla="*/ 316054 w 455857"/>
              <a:gd name="connsiteY21" fmla="*/ 479659 h 607306"/>
              <a:gd name="connsiteX22" fmla="*/ 316197 w 455857"/>
              <a:gd name="connsiteY22" fmla="*/ 481377 h 607306"/>
              <a:gd name="connsiteX23" fmla="*/ 307307 w 455857"/>
              <a:gd name="connsiteY23" fmla="*/ 539638 h 607306"/>
              <a:gd name="connsiteX24" fmla="*/ 280205 w 455857"/>
              <a:gd name="connsiteY24" fmla="*/ 561111 h 607306"/>
              <a:gd name="connsiteX25" fmla="*/ 278197 w 455857"/>
              <a:gd name="connsiteY25" fmla="*/ 570129 h 607306"/>
              <a:gd name="connsiteX26" fmla="*/ 233028 w 455857"/>
              <a:gd name="connsiteY26" fmla="*/ 607062 h 607306"/>
              <a:gd name="connsiteX27" fmla="*/ 176960 w 455857"/>
              <a:gd name="connsiteY27" fmla="*/ 550804 h 607306"/>
              <a:gd name="connsiteX28" fmla="*/ 176386 w 455857"/>
              <a:gd name="connsiteY28" fmla="*/ 550375 h 607306"/>
              <a:gd name="connsiteX29" fmla="*/ 144696 w 455857"/>
              <a:gd name="connsiteY29" fmla="*/ 490252 h 607306"/>
              <a:gd name="connsiteX30" fmla="*/ 143979 w 455857"/>
              <a:gd name="connsiteY30" fmla="*/ 489107 h 607306"/>
              <a:gd name="connsiteX31" fmla="*/ 105692 w 455857"/>
              <a:gd name="connsiteY31" fmla="*/ 426694 h 607306"/>
              <a:gd name="connsiteX32" fmla="*/ 88915 w 455857"/>
              <a:gd name="connsiteY32" fmla="*/ 378167 h 607306"/>
              <a:gd name="connsiteX33" fmla="*/ 86764 w 455857"/>
              <a:gd name="connsiteY33" fmla="*/ 375876 h 607306"/>
              <a:gd name="connsiteX34" fmla="*/ 726 w 455857"/>
              <a:gd name="connsiteY34" fmla="*/ 168167 h 607306"/>
              <a:gd name="connsiteX35" fmla="*/ 191347 w 455857"/>
              <a:gd name="connsiteY35" fmla="*/ 1871 h 607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5857" h="607306">
                <a:moveTo>
                  <a:pt x="153173" y="108219"/>
                </a:moveTo>
                <a:cubicBezTo>
                  <a:pt x="168085" y="102494"/>
                  <a:pt x="185436" y="114373"/>
                  <a:pt x="189307" y="128685"/>
                </a:cubicBezTo>
                <a:cubicBezTo>
                  <a:pt x="193896" y="145287"/>
                  <a:pt x="183715" y="159026"/>
                  <a:pt x="168802" y="164751"/>
                </a:cubicBezTo>
                <a:cubicBezTo>
                  <a:pt x="162636" y="167184"/>
                  <a:pt x="156040" y="172766"/>
                  <a:pt x="152886" y="177632"/>
                </a:cubicBezTo>
                <a:cubicBezTo>
                  <a:pt x="146863" y="187364"/>
                  <a:pt x="144999" y="193232"/>
                  <a:pt x="142275" y="204968"/>
                </a:cubicBezTo>
                <a:cubicBezTo>
                  <a:pt x="138690" y="220568"/>
                  <a:pt x="121053" y="229441"/>
                  <a:pt x="106140" y="225434"/>
                </a:cubicBezTo>
                <a:cubicBezTo>
                  <a:pt x="90223" y="220997"/>
                  <a:pt x="82050" y="204968"/>
                  <a:pt x="85635" y="189368"/>
                </a:cubicBezTo>
                <a:cubicBezTo>
                  <a:pt x="94238" y="151441"/>
                  <a:pt x="116464" y="122388"/>
                  <a:pt x="153173" y="108219"/>
                </a:cubicBezTo>
                <a:close/>
                <a:moveTo>
                  <a:pt x="240628" y="59374"/>
                </a:moveTo>
                <a:cubicBezTo>
                  <a:pt x="142401" y="54364"/>
                  <a:pt x="23956" y="116347"/>
                  <a:pt x="66688" y="232727"/>
                </a:cubicBezTo>
                <a:cubicBezTo>
                  <a:pt x="83752" y="279107"/>
                  <a:pt x="116733" y="308024"/>
                  <a:pt x="140537" y="348535"/>
                </a:cubicBezTo>
                <a:cubicBezTo>
                  <a:pt x="157745" y="377737"/>
                  <a:pt x="154016" y="426694"/>
                  <a:pt x="184847" y="447594"/>
                </a:cubicBezTo>
                <a:cubicBezTo>
                  <a:pt x="217684" y="462195"/>
                  <a:pt x="257835" y="461765"/>
                  <a:pt x="282069" y="431704"/>
                </a:cubicBezTo>
                <a:cubicBezTo>
                  <a:pt x="303005" y="405651"/>
                  <a:pt x="308311" y="373729"/>
                  <a:pt x="324227" y="345529"/>
                </a:cubicBezTo>
                <a:cubicBezTo>
                  <a:pt x="336846" y="322911"/>
                  <a:pt x="352620" y="302870"/>
                  <a:pt x="367103" y="281541"/>
                </a:cubicBezTo>
                <a:cubicBezTo>
                  <a:pt x="404529" y="227001"/>
                  <a:pt x="411842" y="162727"/>
                  <a:pt x="360077" y="112339"/>
                </a:cubicBezTo>
                <a:cubicBezTo>
                  <a:pt x="328243" y="81276"/>
                  <a:pt x="285367" y="61664"/>
                  <a:pt x="240628" y="59374"/>
                </a:cubicBezTo>
                <a:close/>
                <a:moveTo>
                  <a:pt x="191347" y="1871"/>
                </a:moveTo>
                <a:cubicBezTo>
                  <a:pt x="222166" y="-1697"/>
                  <a:pt x="253319" y="-176"/>
                  <a:pt x="281926" y="6552"/>
                </a:cubicBezTo>
                <a:cubicBezTo>
                  <a:pt x="342439" y="20867"/>
                  <a:pt x="403956" y="55795"/>
                  <a:pt x="433065" y="113198"/>
                </a:cubicBezTo>
                <a:cubicBezTo>
                  <a:pt x="471782" y="189353"/>
                  <a:pt x="459163" y="254629"/>
                  <a:pt x="410409" y="321623"/>
                </a:cubicBezTo>
                <a:cubicBezTo>
                  <a:pt x="374703" y="370723"/>
                  <a:pt x="359216" y="437430"/>
                  <a:pt x="316054" y="479659"/>
                </a:cubicBezTo>
                <a:cubicBezTo>
                  <a:pt x="316054" y="480232"/>
                  <a:pt x="316197" y="480804"/>
                  <a:pt x="316197" y="481377"/>
                </a:cubicBezTo>
                <a:cubicBezTo>
                  <a:pt x="315767" y="501131"/>
                  <a:pt x="313329" y="520743"/>
                  <a:pt x="307307" y="539638"/>
                </a:cubicBezTo>
                <a:cubicBezTo>
                  <a:pt x="303292" y="551949"/>
                  <a:pt x="293111" y="560395"/>
                  <a:pt x="280205" y="561111"/>
                </a:cubicBezTo>
                <a:cubicBezTo>
                  <a:pt x="279775" y="564260"/>
                  <a:pt x="279201" y="567266"/>
                  <a:pt x="278197" y="570129"/>
                </a:cubicBezTo>
                <a:cubicBezTo>
                  <a:pt x="270884" y="591172"/>
                  <a:pt x="255541" y="604771"/>
                  <a:pt x="233028" y="607062"/>
                </a:cubicBezTo>
                <a:cubicBezTo>
                  <a:pt x="201337" y="610354"/>
                  <a:pt x="179254" y="579863"/>
                  <a:pt x="176960" y="550804"/>
                </a:cubicBezTo>
                <a:cubicBezTo>
                  <a:pt x="176816" y="550661"/>
                  <a:pt x="176673" y="550518"/>
                  <a:pt x="176386" y="550375"/>
                </a:cubicBezTo>
                <a:cubicBezTo>
                  <a:pt x="155020" y="533913"/>
                  <a:pt x="150431" y="514158"/>
                  <a:pt x="144696" y="490252"/>
                </a:cubicBezTo>
                <a:cubicBezTo>
                  <a:pt x="144409" y="489823"/>
                  <a:pt x="144122" y="489536"/>
                  <a:pt x="143979" y="489107"/>
                </a:cubicBezTo>
                <a:cubicBezTo>
                  <a:pt x="125767" y="472502"/>
                  <a:pt x="114869" y="450170"/>
                  <a:pt x="105692" y="426694"/>
                </a:cubicBezTo>
                <a:cubicBezTo>
                  <a:pt x="99382" y="410804"/>
                  <a:pt x="93647" y="394629"/>
                  <a:pt x="88915" y="378167"/>
                </a:cubicBezTo>
                <a:cubicBezTo>
                  <a:pt x="88198" y="377594"/>
                  <a:pt x="87624" y="376878"/>
                  <a:pt x="86764" y="375876"/>
                </a:cubicBezTo>
                <a:cubicBezTo>
                  <a:pt x="36862" y="318760"/>
                  <a:pt x="-6157" y="246613"/>
                  <a:pt x="726" y="168167"/>
                </a:cubicBezTo>
                <a:cubicBezTo>
                  <a:pt x="9437" y="69073"/>
                  <a:pt x="98890" y="12573"/>
                  <a:pt x="191347" y="18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ightbulb-doodle-with-shine_17060"/>
          <p:cNvSpPr/>
          <p:nvPr/>
        </p:nvSpPr>
        <p:spPr>
          <a:xfrm>
            <a:off x="3671542" y="1073904"/>
            <a:ext cx="334138" cy="461666"/>
          </a:xfrm>
          <a:custGeom>
            <a:avLst/>
            <a:gdLst>
              <a:gd name="connsiteX0" fmla="*/ 153173 w 455857"/>
              <a:gd name="connsiteY0" fmla="*/ 108219 h 607306"/>
              <a:gd name="connsiteX1" fmla="*/ 189307 w 455857"/>
              <a:gd name="connsiteY1" fmla="*/ 128685 h 607306"/>
              <a:gd name="connsiteX2" fmla="*/ 168802 w 455857"/>
              <a:gd name="connsiteY2" fmla="*/ 164751 h 607306"/>
              <a:gd name="connsiteX3" fmla="*/ 152886 w 455857"/>
              <a:gd name="connsiteY3" fmla="*/ 177632 h 607306"/>
              <a:gd name="connsiteX4" fmla="*/ 142275 w 455857"/>
              <a:gd name="connsiteY4" fmla="*/ 204968 h 607306"/>
              <a:gd name="connsiteX5" fmla="*/ 106140 w 455857"/>
              <a:gd name="connsiteY5" fmla="*/ 225434 h 607306"/>
              <a:gd name="connsiteX6" fmla="*/ 85635 w 455857"/>
              <a:gd name="connsiteY6" fmla="*/ 189368 h 607306"/>
              <a:gd name="connsiteX7" fmla="*/ 153173 w 455857"/>
              <a:gd name="connsiteY7" fmla="*/ 108219 h 607306"/>
              <a:gd name="connsiteX8" fmla="*/ 240628 w 455857"/>
              <a:gd name="connsiteY8" fmla="*/ 59374 h 607306"/>
              <a:gd name="connsiteX9" fmla="*/ 66688 w 455857"/>
              <a:gd name="connsiteY9" fmla="*/ 232727 h 607306"/>
              <a:gd name="connsiteX10" fmla="*/ 140537 w 455857"/>
              <a:gd name="connsiteY10" fmla="*/ 348535 h 607306"/>
              <a:gd name="connsiteX11" fmla="*/ 184847 w 455857"/>
              <a:gd name="connsiteY11" fmla="*/ 447594 h 607306"/>
              <a:gd name="connsiteX12" fmla="*/ 282069 w 455857"/>
              <a:gd name="connsiteY12" fmla="*/ 431704 h 607306"/>
              <a:gd name="connsiteX13" fmla="*/ 324227 w 455857"/>
              <a:gd name="connsiteY13" fmla="*/ 345529 h 607306"/>
              <a:gd name="connsiteX14" fmla="*/ 367103 w 455857"/>
              <a:gd name="connsiteY14" fmla="*/ 281541 h 607306"/>
              <a:gd name="connsiteX15" fmla="*/ 360077 w 455857"/>
              <a:gd name="connsiteY15" fmla="*/ 112339 h 607306"/>
              <a:gd name="connsiteX16" fmla="*/ 240628 w 455857"/>
              <a:gd name="connsiteY16" fmla="*/ 59374 h 607306"/>
              <a:gd name="connsiteX17" fmla="*/ 191347 w 455857"/>
              <a:gd name="connsiteY17" fmla="*/ 1871 h 607306"/>
              <a:gd name="connsiteX18" fmla="*/ 281926 w 455857"/>
              <a:gd name="connsiteY18" fmla="*/ 6552 h 607306"/>
              <a:gd name="connsiteX19" fmla="*/ 433065 w 455857"/>
              <a:gd name="connsiteY19" fmla="*/ 113198 h 607306"/>
              <a:gd name="connsiteX20" fmla="*/ 410409 w 455857"/>
              <a:gd name="connsiteY20" fmla="*/ 321623 h 607306"/>
              <a:gd name="connsiteX21" fmla="*/ 316054 w 455857"/>
              <a:gd name="connsiteY21" fmla="*/ 479659 h 607306"/>
              <a:gd name="connsiteX22" fmla="*/ 316197 w 455857"/>
              <a:gd name="connsiteY22" fmla="*/ 481377 h 607306"/>
              <a:gd name="connsiteX23" fmla="*/ 307307 w 455857"/>
              <a:gd name="connsiteY23" fmla="*/ 539638 h 607306"/>
              <a:gd name="connsiteX24" fmla="*/ 280205 w 455857"/>
              <a:gd name="connsiteY24" fmla="*/ 561111 h 607306"/>
              <a:gd name="connsiteX25" fmla="*/ 278197 w 455857"/>
              <a:gd name="connsiteY25" fmla="*/ 570129 h 607306"/>
              <a:gd name="connsiteX26" fmla="*/ 233028 w 455857"/>
              <a:gd name="connsiteY26" fmla="*/ 607062 h 607306"/>
              <a:gd name="connsiteX27" fmla="*/ 176960 w 455857"/>
              <a:gd name="connsiteY27" fmla="*/ 550804 h 607306"/>
              <a:gd name="connsiteX28" fmla="*/ 176386 w 455857"/>
              <a:gd name="connsiteY28" fmla="*/ 550375 h 607306"/>
              <a:gd name="connsiteX29" fmla="*/ 144696 w 455857"/>
              <a:gd name="connsiteY29" fmla="*/ 490252 h 607306"/>
              <a:gd name="connsiteX30" fmla="*/ 143979 w 455857"/>
              <a:gd name="connsiteY30" fmla="*/ 489107 h 607306"/>
              <a:gd name="connsiteX31" fmla="*/ 105692 w 455857"/>
              <a:gd name="connsiteY31" fmla="*/ 426694 h 607306"/>
              <a:gd name="connsiteX32" fmla="*/ 88915 w 455857"/>
              <a:gd name="connsiteY32" fmla="*/ 378167 h 607306"/>
              <a:gd name="connsiteX33" fmla="*/ 86764 w 455857"/>
              <a:gd name="connsiteY33" fmla="*/ 375876 h 607306"/>
              <a:gd name="connsiteX34" fmla="*/ 726 w 455857"/>
              <a:gd name="connsiteY34" fmla="*/ 168167 h 607306"/>
              <a:gd name="connsiteX35" fmla="*/ 191347 w 455857"/>
              <a:gd name="connsiteY35" fmla="*/ 1871 h 607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5857" h="607306">
                <a:moveTo>
                  <a:pt x="153173" y="108219"/>
                </a:moveTo>
                <a:cubicBezTo>
                  <a:pt x="168085" y="102494"/>
                  <a:pt x="185436" y="114373"/>
                  <a:pt x="189307" y="128685"/>
                </a:cubicBezTo>
                <a:cubicBezTo>
                  <a:pt x="193896" y="145287"/>
                  <a:pt x="183715" y="159026"/>
                  <a:pt x="168802" y="164751"/>
                </a:cubicBezTo>
                <a:cubicBezTo>
                  <a:pt x="162636" y="167184"/>
                  <a:pt x="156040" y="172766"/>
                  <a:pt x="152886" y="177632"/>
                </a:cubicBezTo>
                <a:cubicBezTo>
                  <a:pt x="146863" y="187364"/>
                  <a:pt x="144999" y="193232"/>
                  <a:pt x="142275" y="204968"/>
                </a:cubicBezTo>
                <a:cubicBezTo>
                  <a:pt x="138690" y="220568"/>
                  <a:pt x="121053" y="229441"/>
                  <a:pt x="106140" y="225434"/>
                </a:cubicBezTo>
                <a:cubicBezTo>
                  <a:pt x="90223" y="220997"/>
                  <a:pt x="82050" y="204968"/>
                  <a:pt x="85635" y="189368"/>
                </a:cubicBezTo>
                <a:cubicBezTo>
                  <a:pt x="94238" y="151441"/>
                  <a:pt x="116464" y="122388"/>
                  <a:pt x="153173" y="108219"/>
                </a:cubicBezTo>
                <a:close/>
                <a:moveTo>
                  <a:pt x="240628" y="59374"/>
                </a:moveTo>
                <a:cubicBezTo>
                  <a:pt x="142401" y="54364"/>
                  <a:pt x="23956" y="116347"/>
                  <a:pt x="66688" y="232727"/>
                </a:cubicBezTo>
                <a:cubicBezTo>
                  <a:pt x="83752" y="279107"/>
                  <a:pt x="116733" y="308024"/>
                  <a:pt x="140537" y="348535"/>
                </a:cubicBezTo>
                <a:cubicBezTo>
                  <a:pt x="157745" y="377737"/>
                  <a:pt x="154016" y="426694"/>
                  <a:pt x="184847" y="447594"/>
                </a:cubicBezTo>
                <a:cubicBezTo>
                  <a:pt x="217684" y="462195"/>
                  <a:pt x="257835" y="461765"/>
                  <a:pt x="282069" y="431704"/>
                </a:cubicBezTo>
                <a:cubicBezTo>
                  <a:pt x="303005" y="405651"/>
                  <a:pt x="308311" y="373729"/>
                  <a:pt x="324227" y="345529"/>
                </a:cubicBezTo>
                <a:cubicBezTo>
                  <a:pt x="336846" y="322911"/>
                  <a:pt x="352620" y="302870"/>
                  <a:pt x="367103" y="281541"/>
                </a:cubicBezTo>
                <a:cubicBezTo>
                  <a:pt x="404529" y="227001"/>
                  <a:pt x="411842" y="162727"/>
                  <a:pt x="360077" y="112339"/>
                </a:cubicBezTo>
                <a:cubicBezTo>
                  <a:pt x="328243" y="81276"/>
                  <a:pt x="285367" y="61664"/>
                  <a:pt x="240628" y="59374"/>
                </a:cubicBezTo>
                <a:close/>
                <a:moveTo>
                  <a:pt x="191347" y="1871"/>
                </a:moveTo>
                <a:cubicBezTo>
                  <a:pt x="222166" y="-1697"/>
                  <a:pt x="253319" y="-176"/>
                  <a:pt x="281926" y="6552"/>
                </a:cubicBezTo>
                <a:cubicBezTo>
                  <a:pt x="342439" y="20867"/>
                  <a:pt x="403956" y="55795"/>
                  <a:pt x="433065" y="113198"/>
                </a:cubicBezTo>
                <a:cubicBezTo>
                  <a:pt x="471782" y="189353"/>
                  <a:pt x="459163" y="254629"/>
                  <a:pt x="410409" y="321623"/>
                </a:cubicBezTo>
                <a:cubicBezTo>
                  <a:pt x="374703" y="370723"/>
                  <a:pt x="359216" y="437430"/>
                  <a:pt x="316054" y="479659"/>
                </a:cubicBezTo>
                <a:cubicBezTo>
                  <a:pt x="316054" y="480232"/>
                  <a:pt x="316197" y="480804"/>
                  <a:pt x="316197" y="481377"/>
                </a:cubicBezTo>
                <a:cubicBezTo>
                  <a:pt x="315767" y="501131"/>
                  <a:pt x="313329" y="520743"/>
                  <a:pt x="307307" y="539638"/>
                </a:cubicBezTo>
                <a:cubicBezTo>
                  <a:pt x="303292" y="551949"/>
                  <a:pt x="293111" y="560395"/>
                  <a:pt x="280205" y="561111"/>
                </a:cubicBezTo>
                <a:cubicBezTo>
                  <a:pt x="279775" y="564260"/>
                  <a:pt x="279201" y="567266"/>
                  <a:pt x="278197" y="570129"/>
                </a:cubicBezTo>
                <a:cubicBezTo>
                  <a:pt x="270884" y="591172"/>
                  <a:pt x="255541" y="604771"/>
                  <a:pt x="233028" y="607062"/>
                </a:cubicBezTo>
                <a:cubicBezTo>
                  <a:pt x="201337" y="610354"/>
                  <a:pt x="179254" y="579863"/>
                  <a:pt x="176960" y="550804"/>
                </a:cubicBezTo>
                <a:cubicBezTo>
                  <a:pt x="176816" y="550661"/>
                  <a:pt x="176673" y="550518"/>
                  <a:pt x="176386" y="550375"/>
                </a:cubicBezTo>
                <a:cubicBezTo>
                  <a:pt x="155020" y="533913"/>
                  <a:pt x="150431" y="514158"/>
                  <a:pt x="144696" y="490252"/>
                </a:cubicBezTo>
                <a:cubicBezTo>
                  <a:pt x="144409" y="489823"/>
                  <a:pt x="144122" y="489536"/>
                  <a:pt x="143979" y="489107"/>
                </a:cubicBezTo>
                <a:cubicBezTo>
                  <a:pt x="125767" y="472502"/>
                  <a:pt x="114869" y="450170"/>
                  <a:pt x="105692" y="426694"/>
                </a:cubicBezTo>
                <a:cubicBezTo>
                  <a:pt x="99382" y="410804"/>
                  <a:pt x="93647" y="394629"/>
                  <a:pt x="88915" y="378167"/>
                </a:cubicBezTo>
                <a:cubicBezTo>
                  <a:pt x="88198" y="377594"/>
                  <a:pt x="87624" y="376878"/>
                  <a:pt x="86764" y="375876"/>
                </a:cubicBezTo>
                <a:cubicBezTo>
                  <a:pt x="36862" y="318760"/>
                  <a:pt x="-6157" y="246613"/>
                  <a:pt x="726" y="168167"/>
                </a:cubicBezTo>
                <a:cubicBezTo>
                  <a:pt x="9437" y="69073"/>
                  <a:pt x="98890" y="12573"/>
                  <a:pt x="191347" y="18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ightbulb-doodle-with-shine_17060"/>
          <p:cNvSpPr/>
          <p:nvPr/>
        </p:nvSpPr>
        <p:spPr>
          <a:xfrm>
            <a:off x="4187856" y="1073904"/>
            <a:ext cx="334138" cy="461666"/>
          </a:xfrm>
          <a:custGeom>
            <a:avLst/>
            <a:gdLst>
              <a:gd name="connsiteX0" fmla="*/ 153173 w 455857"/>
              <a:gd name="connsiteY0" fmla="*/ 108219 h 607306"/>
              <a:gd name="connsiteX1" fmla="*/ 189307 w 455857"/>
              <a:gd name="connsiteY1" fmla="*/ 128685 h 607306"/>
              <a:gd name="connsiteX2" fmla="*/ 168802 w 455857"/>
              <a:gd name="connsiteY2" fmla="*/ 164751 h 607306"/>
              <a:gd name="connsiteX3" fmla="*/ 152886 w 455857"/>
              <a:gd name="connsiteY3" fmla="*/ 177632 h 607306"/>
              <a:gd name="connsiteX4" fmla="*/ 142275 w 455857"/>
              <a:gd name="connsiteY4" fmla="*/ 204968 h 607306"/>
              <a:gd name="connsiteX5" fmla="*/ 106140 w 455857"/>
              <a:gd name="connsiteY5" fmla="*/ 225434 h 607306"/>
              <a:gd name="connsiteX6" fmla="*/ 85635 w 455857"/>
              <a:gd name="connsiteY6" fmla="*/ 189368 h 607306"/>
              <a:gd name="connsiteX7" fmla="*/ 153173 w 455857"/>
              <a:gd name="connsiteY7" fmla="*/ 108219 h 607306"/>
              <a:gd name="connsiteX8" fmla="*/ 240628 w 455857"/>
              <a:gd name="connsiteY8" fmla="*/ 59374 h 607306"/>
              <a:gd name="connsiteX9" fmla="*/ 66688 w 455857"/>
              <a:gd name="connsiteY9" fmla="*/ 232727 h 607306"/>
              <a:gd name="connsiteX10" fmla="*/ 140537 w 455857"/>
              <a:gd name="connsiteY10" fmla="*/ 348535 h 607306"/>
              <a:gd name="connsiteX11" fmla="*/ 184847 w 455857"/>
              <a:gd name="connsiteY11" fmla="*/ 447594 h 607306"/>
              <a:gd name="connsiteX12" fmla="*/ 282069 w 455857"/>
              <a:gd name="connsiteY12" fmla="*/ 431704 h 607306"/>
              <a:gd name="connsiteX13" fmla="*/ 324227 w 455857"/>
              <a:gd name="connsiteY13" fmla="*/ 345529 h 607306"/>
              <a:gd name="connsiteX14" fmla="*/ 367103 w 455857"/>
              <a:gd name="connsiteY14" fmla="*/ 281541 h 607306"/>
              <a:gd name="connsiteX15" fmla="*/ 360077 w 455857"/>
              <a:gd name="connsiteY15" fmla="*/ 112339 h 607306"/>
              <a:gd name="connsiteX16" fmla="*/ 240628 w 455857"/>
              <a:gd name="connsiteY16" fmla="*/ 59374 h 607306"/>
              <a:gd name="connsiteX17" fmla="*/ 191347 w 455857"/>
              <a:gd name="connsiteY17" fmla="*/ 1871 h 607306"/>
              <a:gd name="connsiteX18" fmla="*/ 281926 w 455857"/>
              <a:gd name="connsiteY18" fmla="*/ 6552 h 607306"/>
              <a:gd name="connsiteX19" fmla="*/ 433065 w 455857"/>
              <a:gd name="connsiteY19" fmla="*/ 113198 h 607306"/>
              <a:gd name="connsiteX20" fmla="*/ 410409 w 455857"/>
              <a:gd name="connsiteY20" fmla="*/ 321623 h 607306"/>
              <a:gd name="connsiteX21" fmla="*/ 316054 w 455857"/>
              <a:gd name="connsiteY21" fmla="*/ 479659 h 607306"/>
              <a:gd name="connsiteX22" fmla="*/ 316197 w 455857"/>
              <a:gd name="connsiteY22" fmla="*/ 481377 h 607306"/>
              <a:gd name="connsiteX23" fmla="*/ 307307 w 455857"/>
              <a:gd name="connsiteY23" fmla="*/ 539638 h 607306"/>
              <a:gd name="connsiteX24" fmla="*/ 280205 w 455857"/>
              <a:gd name="connsiteY24" fmla="*/ 561111 h 607306"/>
              <a:gd name="connsiteX25" fmla="*/ 278197 w 455857"/>
              <a:gd name="connsiteY25" fmla="*/ 570129 h 607306"/>
              <a:gd name="connsiteX26" fmla="*/ 233028 w 455857"/>
              <a:gd name="connsiteY26" fmla="*/ 607062 h 607306"/>
              <a:gd name="connsiteX27" fmla="*/ 176960 w 455857"/>
              <a:gd name="connsiteY27" fmla="*/ 550804 h 607306"/>
              <a:gd name="connsiteX28" fmla="*/ 176386 w 455857"/>
              <a:gd name="connsiteY28" fmla="*/ 550375 h 607306"/>
              <a:gd name="connsiteX29" fmla="*/ 144696 w 455857"/>
              <a:gd name="connsiteY29" fmla="*/ 490252 h 607306"/>
              <a:gd name="connsiteX30" fmla="*/ 143979 w 455857"/>
              <a:gd name="connsiteY30" fmla="*/ 489107 h 607306"/>
              <a:gd name="connsiteX31" fmla="*/ 105692 w 455857"/>
              <a:gd name="connsiteY31" fmla="*/ 426694 h 607306"/>
              <a:gd name="connsiteX32" fmla="*/ 88915 w 455857"/>
              <a:gd name="connsiteY32" fmla="*/ 378167 h 607306"/>
              <a:gd name="connsiteX33" fmla="*/ 86764 w 455857"/>
              <a:gd name="connsiteY33" fmla="*/ 375876 h 607306"/>
              <a:gd name="connsiteX34" fmla="*/ 726 w 455857"/>
              <a:gd name="connsiteY34" fmla="*/ 168167 h 607306"/>
              <a:gd name="connsiteX35" fmla="*/ 191347 w 455857"/>
              <a:gd name="connsiteY35" fmla="*/ 1871 h 607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5857" h="607306">
                <a:moveTo>
                  <a:pt x="153173" y="108219"/>
                </a:moveTo>
                <a:cubicBezTo>
                  <a:pt x="168085" y="102494"/>
                  <a:pt x="185436" y="114373"/>
                  <a:pt x="189307" y="128685"/>
                </a:cubicBezTo>
                <a:cubicBezTo>
                  <a:pt x="193896" y="145287"/>
                  <a:pt x="183715" y="159026"/>
                  <a:pt x="168802" y="164751"/>
                </a:cubicBezTo>
                <a:cubicBezTo>
                  <a:pt x="162636" y="167184"/>
                  <a:pt x="156040" y="172766"/>
                  <a:pt x="152886" y="177632"/>
                </a:cubicBezTo>
                <a:cubicBezTo>
                  <a:pt x="146863" y="187364"/>
                  <a:pt x="144999" y="193232"/>
                  <a:pt x="142275" y="204968"/>
                </a:cubicBezTo>
                <a:cubicBezTo>
                  <a:pt x="138690" y="220568"/>
                  <a:pt x="121053" y="229441"/>
                  <a:pt x="106140" y="225434"/>
                </a:cubicBezTo>
                <a:cubicBezTo>
                  <a:pt x="90223" y="220997"/>
                  <a:pt x="82050" y="204968"/>
                  <a:pt x="85635" y="189368"/>
                </a:cubicBezTo>
                <a:cubicBezTo>
                  <a:pt x="94238" y="151441"/>
                  <a:pt x="116464" y="122388"/>
                  <a:pt x="153173" y="108219"/>
                </a:cubicBezTo>
                <a:close/>
                <a:moveTo>
                  <a:pt x="240628" y="59374"/>
                </a:moveTo>
                <a:cubicBezTo>
                  <a:pt x="142401" y="54364"/>
                  <a:pt x="23956" y="116347"/>
                  <a:pt x="66688" y="232727"/>
                </a:cubicBezTo>
                <a:cubicBezTo>
                  <a:pt x="83752" y="279107"/>
                  <a:pt x="116733" y="308024"/>
                  <a:pt x="140537" y="348535"/>
                </a:cubicBezTo>
                <a:cubicBezTo>
                  <a:pt x="157745" y="377737"/>
                  <a:pt x="154016" y="426694"/>
                  <a:pt x="184847" y="447594"/>
                </a:cubicBezTo>
                <a:cubicBezTo>
                  <a:pt x="217684" y="462195"/>
                  <a:pt x="257835" y="461765"/>
                  <a:pt x="282069" y="431704"/>
                </a:cubicBezTo>
                <a:cubicBezTo>
                  <a:pt x="303005" y="405651"/>
                  <a:pt x="308311" y="373729"/>
                  <a:pt x="324227" y="345529"/>
                </a:cubicBezTo>
                <a:cubicBezTo>
                  <a:pt x="336846" y="322911"/>
                  <a:pt x="352620" y="302870"/>
                  <a:pt x="367103" y="281541"/>
                </a:cubicBezTo>
                <a:cubicBezTo>
                  <a:pt x="404529" y="227001"/>
                  <a:pt x="411842" y="162727"/>
                  <a:pt x="360077" y="112339"/>
                </a:cubicBezTo>
                <a:cubicBezTo>
                  <a:pt x="328243" y="81276"/>
                  <a:pt x="285367" y="61664"/>
                  <a:pt x="240628" y="59374"/>
                </a:cubicBezTo>
                <a:close/>
                <a:moveTo>
                  <a:pt x="191347" y="1871"/>
                </a:moveTo>
                <a:cubicBezTo>
                  <a:pt x="222166" y="-1697"/>
                  <a:pt x="253319" y="-176"/>
                  <a:pt x="281926" y="6552"/>
                </a:cubicBezTo>
                <a:cubicBezTo>
                  <a:pt x="342439" y="20867"/>
                  <a:pt x="403956" y="55795"/>
                  <a:pt x="433065" y="113198"/>
                </a:cubicBezTo>
                <a:cubicBezTo>
                  <a:pt x="471782" y="189353"/>
                  <a:pt x="459163" y="254629"/>
                  <a:pt x="410409" y="321623"/>
                </a:cubicBezTo>
                <a:cubicBezTo>
                  <a:pt x="374703" y="370723"/>
                  <a:pt x="359216" y="437430"/>
                  <a:pt x="316054" y="479659"/>
                </a:cubicBezTo>
                <a:cubicBezTo>
                  <a:pt x="316054" y="480232"/>
                  <a:pt x="316197" y="480804"/>
                  <a:pt x="316197" y="481377"/>
                </a:cubicBezTo>
                <a:cubicBezTo>
                  <a:pt x="315767" y="501131"/>
                  <a:pt x="313329" y="520743"/>
                  <a:pt x="307307" y="539638"/>
                </a:cubicBezTo>
                <a:cubicBezTo>
                  <a:pt x="303292" y="551949"/>
                  <a:pt x="293111" y="560395"/>
                  <a:pt x="280205" y="561111"/>
                </a:cubicBezTo>
                <a:cubicBezTo>
                  <a:pt x="279775" y="564260"/>
                  <a:pt x="279201" y="567266"/>
                  <a:pt x="278197" y="570129"/>
                </a:cubicBezTo>
                <a:cubicBezTo>
                  <a:pt x="270884" y="591172"/>
                  <a:pt x="255541" y="604771"/>
                  <a:pt x="233028" y="607062"/>
                </a:cubicBezTo>
                <a:cubicBezTo>
                  <a:pt x="201337" y="610354"/>
                  <a:pt x="179254" y="579863"/>
                  <a:pt x="176960" y="550804"/>
                </a:cubicBezTo>
                <a:cubicBezTo>
                  <a:pt x="176816" y="550661"/>
                  <a:pt x="176673" y="550518"/>
                  <a:pt x="176386" y="550375"/>
                </a:cubicBezTo>
                <a:cubicBezTo>
                  <a:pt x="155020" y="533913"/>
                  <a:pt x="150431" y="514158"/>
                  <a:pt x="144696" y="490252"/>
                </a:cubicBezTo>
                <a:cubicBezTo>
                  <a:pt x="144409" y="489823"/>
                  <a:pt x="144122" y="489536"/>
                  <a:pt x="143979" y="489107"/>
                </a:cubicBezTo>
                <a:cubicBezTo>
                  <a:pt x="125767" y="472502"/>
                  <a:pt x="114869" y="450170"/>
                  <a:pt x="105692" y="426694"/>
                </a:cubicBezTo>
                <a:cubicBezTo>
                  <a:pt x="99382" y="410804"/>
                  <a:pt x="93647" y="394629"/>
                  <a:pt x="88915" y="378167"/>
                </a:cubicBezTo>
                <a:cubicBezTo>
                  <a:pt x="88198" y="377594"/>
                  <a:pt x="87624" y="376878"/>
                  <a:pt x="86764" y="375876"/>
                </a:cubicBezTo>
                <a:cubicBezTo>
                  <a:pt x="36862" y="318760"/>
                  <a:pt x="-6157" y="246613"/>
                  <a:pt x="726" y="168167"/>
                </a:cubicBezTo>
                <a:cubicBezTo>
                  <a:pt x="9437" y="69073"/>
                  <a:pt x="98890" y="12573"/>
                  <a:pt x="191347" y="187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1424110" y="1664493"/>
            <a:ext cx="0" cy="5429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-128577" y="2207418"/>
            <a:ext cx="3105373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灯泡状态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en-US" altLang="zh-CN" dirty="0"/>
              <a:t>0 1 1 0 1 0 0 1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5993606" y="1001198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接下来我们引入一个新的概念：掩码</a:t>
            </a:r>
            <a:endParaRPr lang="zh-CN" altLang="en-US" sz="2400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4529483" y="1736955"/>
            <a:ext cx="7045522" cy="2120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1"/>
            </a:lvl1pPr>
          </a:lstStyle>
          <a:p>
            <a:r>
              <a:rPr lang="zh-CN" altLang="en-US" b="0" dirty="0"/>
              <a:t>掩码</a:t>
            </a:r>
            <a:r>
              <a:rPr lang="zh-CN" altLang="en-US" dirty="0"/>
              <a:t>（</a:t>
            </a:r>
            <a:r>
              <a:rPr lang="en-US" altLang="zh-CN" dirty="0"/>
              <a:t>Mask</a:t>
            </a:r>
            <a:r>
              <a:rPr lang="zh-CN" altLang="en-US" dirty="0"/>
              <a:t>）</a:t>
            </a:r>
            <a:r>
              <a:rPr lang="zh-CN" altLang="en-US" b="0" dirty="0"/>
              <a:t>在编程和计算机科学中是一个</a:t>
            </a:r>
            <a:r>
              <a:rPr lang="zh-CN" altLang="en-US" dirty="0"/>
              <a:t>二进制模式</a:t>
            </a:r>
            <a:r>
              <a:rPr lang="zh-CN" altLang="en-US" b="0" dirty="0"/>
              <a:t>，用于</a:t>
            </a:r>
            <a:r>
              <a:rPr lang="zh-CN" altLang="en-US" dirty="0"/>
              <a:t>选择性地操作数据的某些位</a:t>
            </a:r>
            <a:r>
              <a:rPr lang="zh-CN" altLang="en-US" b="0" dirty="0"/>
              <a:t>。掩码本质上是一个</a:t>
            </a:r>
            <a:r>
              <a:rPr lang="zh-CN" altLang="en-US" dirty="0"/>
              <a:t>二进制数</a:t>
            </a:r>
            <a:r>
              <a:rPr lang="zh-CN" altLang="en-US" b="0" dirty="0"/>
              <a:t>，它的每一位通过设置为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zh-CN" altLang="en-US" b="0" dirty="0"/>
              <a:t>或 </a:t>
            </a:r>
            <a:r>
              <a:rPr lang="en-US" altLang="zh-CN" dirty="0"/>
              <a:t>0</a:t>
            </a:r>
            <a:r>
              <a:rPr lang="zh-CN" altLang="en-US" b="0" dirty="0"/>
              <a:t> 来控制我们是否要操作目标数据中的对应位。</a:t>
            </a:r>
            <a:endParaRPr lang="zh-CN" altLang="en-US" b="0" dirty="0"/>
          </a:p>
          <a:p>
            <a:r>
              <a:rPr lang="zh-CN" altLang="en-US" b="0" dirty="0"/>
              <a:t>掩码的名字来源于其功能：它像一张“</a:t>
            </a:r>
            <a:r>
              <a:rPr lang="zh-CN" altLang="en-US" dirty="0"/>
              <a:t>面具</a:t>
            </a:r>
            <a:r>
              <a:rPr lang="zh-CN" altLang="en-US" b="0" dirty="0"/>
              <a:t>”或“</a:t>
            </a:r>
            <a:r>
              <a:rPr lang="zh-CN" altLang="en-US" dirty="0"/>
              <a:t>过滤器</a:t>
            </a:r>
            <a:r>
              <a:rPr lang="zh-CN" altLang="en-US" b="0" dirty="0"/>
              <a:t>”，只让我们想要的位通过，并屏蔽掉其他位。</a:t>
            </a:r>
            <a:endParaRPr lang="zh-CN" altLang="en-US" b="0" dirty="0"/>
          </a:p>
        </p:txBody>
      </p:sp>
      <p:sp>
        <p:nvSpPr>
          <p:cNvPr id="19" name="文本框 18"/>
          <p:cNvSpPr txBox="1"/>
          <p:nvPr/>
        </p:nvSpPr>
        <p:spPr>
          <a:xfrm>
            <a:off x="2805983" y="3924331"/>
            <a:ext cx="73312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#define LAMP_1_MASK 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掩码：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0000 0001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#define LAMP_2_MASK 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掩码：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0000 0010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#define LAMP_3_MASK 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掩码：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0000 0100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#define LAMP_4_MASK 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掩码：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0000 1000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#define LAMP_5_MASK 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掩码：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0001 0000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#define LAMP_6_MASK 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掩码：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0010 0000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#define LAMP_7_MASK 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掩码：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0100 0000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#define LAMP_8_MASK 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掩码：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1000 0000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88772" y="276442"/>
            <a:ext cx="12105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掩码运用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427" y="946566"/>
            <a:ext cx="9651207" cy="580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使用掩码检测某个灯泡是否亮（按位与</a:t>
            </a:r>
            <a:r>
              <a:rPr lang="en-US" altLang="zh-CN" sz="2400" b="1" dirty="0"/>
              <a:t>&amp;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07269" y="23502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08692" y="2350294"/>
            <a:ext cx="34560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当前灯泡状态：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01101001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LAMP_2_MASK：  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00000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01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------------------------</a:t>
            </a:r>
            <a:endParaRPr lang="zh-CN" altLang="en-US" dirty="0"/>
          </a:p>
          <a:p>
            <a:r>
              <a:rPr lang="zh-CN" altLang="en-US" dirty="0"/>
              <a:t>按位与 (&amp;)：    </a:t>
            </a:r>
            <a:r>
              <a:rPr lang="en-US" altLang="zh-CN" dirty="0"/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00000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00  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结果为 0，说明第 2 个灯泡灭了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4813101" y="1872466"/>
            <a:ext cx="69455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check_lamp_2(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lamps) 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(lamps &amp;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LAMP_2_MASK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第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个灯泡是亮的。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第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个灯泡是灭的。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lamps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0b01101001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当前灯泡状态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check_lamp_2(lamps);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88772" y="276442"/>
            <a:ext cx="12105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掩码运用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427" y="946566"/>
            <a:ext cx="9651207" cy="580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</a:t>
            </a:r>
            <a:r>
              <a:rPr lang="zh-CN" altLang="en-US" sz="2400" b="1" dirty="0"/>
              <a:t>使用掩码打开某个灯泡（按位或</a:t>
            </a:r>
            <a:r>
              <a:rPr lang="en-US" altLang="zh-CN" sz="2400" b="1" dirty="0"/>
              <a:t> | 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07269" y="23502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08692" y="2350294"/>
            <a:ext cx="34560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当前灯泡状态：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01101001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LAMP_2_MASK：  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00000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01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------------------------</a:t>
            </a:r>
            <a:endParaRPr lang="zh-CN" altLang="en-US" dirty="0"/>
          </a:p>
          <a:p>
            <a:r>
              <a:rPr lang="zh-CN" altLang="en-US" dirty="0"/>
              <a:t>按位或 ( </a:t>
            </a:r>
            <a:r>
              <a:rPr lang="en-US" altLang="zh-CN" dirty="0"/>
              <a:t>| </a:t>
            </a:r>
            <a:r>
              <a:rPr lang="zh-CN" altLang="en-US" dirty="0"/>
              <a:t>)：    </a:t>
            </a:r>
            <a:r>
              <a:rPr lang="en-US" altLang="zh-CN" dirty="0"/>
              <a:t>	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01101011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第二个灯泡被打开了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4805958" y="1851034"/>
            <a:ext cx="69455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turn_on_lamp_2(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lamps) 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*lamps |=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LAMP_2_MASK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打开第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个灯泡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lamps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0b01101001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当前灯泡状态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turn_on_lamp_1(&amp;lamps);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(“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最新灯泡状态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: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”);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print_binary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(lamps);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88772" y="276442"/>
            <a:ext cx="12105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掩码运用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427" y="946566"/>
            <a:ext cx="9651207" cy="580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</a:t>
            </a:r>
            <a:r>
              <a:rPr lang="zh-CN" altLang="en-US" sz="2400" b="1" dirty="0"/>
              <a:t>使用掩码关闭某个灯泡（按位与反掩码 </a:t>
            </a:r>
            <a:r>
              <a:rPr lang="en-US" altLang="zh-CN" sz="2400" b="1" dirty="0"/>
              <a:t>&amp; ~ 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07269" y="23502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08692" y="2350294"/>
            <a:ext cx="37775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当前灯泡状态：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01101001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~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LAMP_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_MASK：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11110111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------------------------</a:t>
            </a:r>
            <a:endParaRPr lang="zh-CN" altLang="en-US" dirty="0"/>
          </a:p>
          <a:p>
            <a:r>
              <a:rPr lang="zh-CN" altLang="en-US" dirty="0"/>
              <a:t>按位与 (&amp;)：    </a:t>
            </a:r>
            <a:r>
              <a:rPr lang="en-US" altLang="zh-CN" dirty="0"/>
              <a:t>	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01100001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个灯泡被关闭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4813101" y="1872466"/>
            <a:ext cx="69455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turn_off_lamp_4(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lamps) 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*lamps &amp;= ~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LAMP_4_MASK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关闭第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个灯泡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lamps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0b01101001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当前灯泡状态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turn_off_lamp_4(&amp;lamps);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(“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最新灯泡状态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: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”);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print_binary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(lamps);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88772" y="276442"/>
            <a:ext cx="12105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掩码运用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427" y="699605"/>
            <a:ext cx="9651207" cy="580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</a:t>
            </a:r>
            <a:r>
              <a:rPr lang="zh-CN" altLang="en-US" sz="2400" b="1" dirty="0"/>
              <a:t>使用掩码翻转灯泡状态（按位异或 </a:t>
            </a:r>
            <a:r>
              <a:rPr lang="en-US" altLang="zh-CN" sz="2400" b="1" dirty="0"/>
              <a:t>^ 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07269" y="23502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01549" y="1715268"/>
            <a:ext cx="37775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当前灯泡状态：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01101001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LAMP_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_MASK：  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00001000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------------------------</a:t>
            </a:r>
            <a:endParaRPr lang="zh-CN" altLang="en-US" dirty="0"/>
          </a:p>
          <a:p>
            <a:r>
              <a:rPr lang="zh-CN" altLang="en-US" dirty="0"/>
              <a:t>按位异或 (</a:t>
            </a:r>
            <a:r>
              <a:rPr lang="en-US" altLang="zh-CN" dirty="0"/>
              <a:t>^</a:t>
            </a:r>
            <a:r>
              <a:rPr lang="zh-CN" altLang="en-US" dirty="0"/>
              <a:t>)：    </a:t>
            </a:r>
            <a:r>
              <a:rPr lang="en-US" altLang="zh-CN" dirty="0"/>
              <a:t>	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01100001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个灯泡被关闭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4813101" y="1672405"/>
            <a:ext cx="694551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toggle_lamp_4(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lamps) 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*lamps ^=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LAMP_4_MASK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翻转第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个灯泡的状态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lamps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0b01101001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当前灯泡状态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toggle_lamp_4(&amp;lamps);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第一次灯泡状态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print_binary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(lamps);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toggle_lamp_4(&amp;lamps);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第二次灯泡状态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print_binary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(lamps);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1549" y="1303073"/>
            <a:ext cx="3777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第一次：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007269" y="45453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01549" y="4088458"/>
            <a:ext cx="37775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当前灯泡状态：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0110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001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LAMP_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_MASK：  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00001000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------------------------</a:t>
            </a:r>
            <a:endParaRPr lang="zh-CN" altLang="en-US" dirty="0"/>
          </a:p>
          <a:p>
            <a:r>
              <a:rPr lang="zh-CN" altLang="en-US" dirty="0"/>
              <a:t>按位异或 (</a:t>
            </a:r>
            <a:r>
              <a:rPr lang="en-US" altLang="zh-CN" dirty="0"/>
              <a:t>^</a:t>
            </a:r>
            <a:r>
              <a:rPr lang="zh-CN" altLang="en-US" dirty="0"/>
              <a:t>)：    </a:t>
            </a:r>
            <a:r>
              <a:rPr lang="en-US" altLang="zh-CN" dirty="0"/>
              <a:t>	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01101001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个灯泡被关闭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01549" y="3659912"/>
            <a:ext cx="3777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第二次：</a:t>
            </a:r>
            <a:endParaRPr lang="zh-CN" altLang="en-US" b="1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7427" y="978212"/>
            <a:ext cx="9651207" cy="580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/>
              <a:t>总结：</a:t>
            </a:r>
            <a:r>
              <a:rPr lang="zh-CN" altLang="en-US" sz="2400"/>
              <a:t>掩码像筛子一样过滤你想要的东西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323081" y="1778705"/>
            <a:ext cx="9545837" cy="142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0"/>
            </a:lvl1pPr>
          </a:lstStyle>
          <a:p>
            <a:r>
              <a:rPr lang="zh-CN" altLang="en-US" sz="2000" dirty="0"/>
              <a:t>想象一个有 </a:t>
            </a:r>
            <a:r>
              <a:rPr lang="en-US" altLang="zh-CN" sz="2000" dirty="0"/>
              <a:t>8 </a:t>
            </a:r>
            <a:r>
              <a:rPr lang="zh-CN" altLang="en-US" sz="2000" dirty="0"/>
              <a:t>个孔的筛子（对应 </a:t>
            </a:r>
            <a:r>
              <a:rPr lang="en-US" altLang="zh-CN" sz="2000" dirty="0"/>
              <a:t>8 </a:t>
            </a:r>
            <a:r>
              <a:rPr lang="zh-CN" altLang="en-US" sz="2000" dirty="0"/>
              <a:t>位二进制），而你只能从某些孔里通过沙子。你可以用一个“盖板”（掩码）盖住不需要的孔，只留下感兴趣的孔。盖住的孔（掩码中的 </a:t>
            </a:r>
            <a:r>
              <a:rPr lang="en-US" altLang="zh-CN" sz="2000" dirty="0"/>
              <a:t>0</a:t>
            </a:r>
            <a:r>
              <a:rPr lang="zh-CN" altLang="en-US" sz="2000" dirty="0"/>
              <a:t>）不会让沙子通过，而留开的孔（掩码中的 </a:t>
            </a:r>
            <a:r>
              <a:rPr lang="en-US" altLang="zh-CN" sz="2000" dirty="0"/>
              <a:t>1</a:t>
            </a:r>
            <a:r>
              <a:rPr lang="zh-CN" altLang="en-US" sz="2000" dirty="0"/>
              <a:t>）会让沙子通过。</a:t>
            </a:r>
            <a:endParaRPr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1110405" y="3656855"/>
            <a:ext cx="99711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掩码就是一种</a:t>
            </a:r>
            <a:r>
              <a:rPr lang="zh-CN" altLang="en-US" sz="2400" b="1" dirty="0"/>
              <a:t>过滤器</a:t>
            </a:r>
            <a:r>
              <a:rPr lang="zh-CN" altLang="en-US" sz="2400" dirty="0"/>
              <a:t>，用来控制数据中的哪些位要操作、哪些位要忽略。</a:t>
            </a:r>
            <a:endParaRPr lang="en-US" altLang="zh-CN" sz="2400" dirty="0"/>
          </a:p>
          <a:p>
            <a:br>
              <a:rPr lang="zh-CN" altLang="en-US" sz="2400" dirty="0"/>
            </a:br>
            <a:r>
              <a:rPr lang="zh-CN" altLang="en-US" sz="2400" dirty="0"/>
              <a:t>在嵌入式系统开发中，掩码是一种高效而精确的操作方式，用于控制寄存器中的某个位，保证其他位不会受到影响。</a:t>
            </a:r>
            <a:endParaRPr lang="zh-CN" altLang="en-US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3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7.xml><?xml version="1.0" encoding="utf-8"?>
<p:tagLst xmlns:p="http://schemas.openxmlformats.org/presentationml/2006/main">
  <p:tag name="KSO_WPP_MARK_KEY" val="0c064124-f537-4a0d-887a-4f44502825de"/>
  <p:tag name="COMMONDATA" val="eyJoZGlkIjoiNWM2ZTM5MWI1NGI2YTlmMTlhZGVmZWRhMzc2ZTZjNzcifQ=="/>
  <p:tag name="commondata" val="eyJoZGlkIjoiNTQzOGFlNzA3YzQxNDE4YWY0NzVlOWJmYmNiMDZmNDk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2578</Words>
  <Application>WPS 演示</Application>
  <PresentationFormat>宽屏</PresentationFormat>
  <Paragraphs>142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Consolas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99339</cp:lastModifiedBy>
  <cp:revision>21</cp:revision>
  <dcterms:created xsi:type="dcterms:W3CDTF">2018-03-01T02:03:00Z</dcterms:created>
  <dcterms:modified xsi:type="dcterms:W3CDTF">2024-11-19T03:25:38Z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F7B4B2F6CD0549B6AE63142D8D89DB87_12</vt:lpwstr>
  </property>
</Properties>
</file>