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61" r:id="rId4"/>
    <p:sldId id="260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007"/>
    <a:srgbClr val="00AF92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508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2024-10-17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221" y="1854524"/>
            <a:ext cx="9145325" cy="1656052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21" y="3602668"/>
            <a:ext cx="9145325" cy="16560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2024-10-17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321" y="1838644"/>
            <a:ext cx="10517123" cy="43520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2024-10-17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2024-10-17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321" y="2187825"/>
            <a:ext cx="10517123" cy="2483549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21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094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1745267"/>
            <a:ext cx="5158534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2616067"/>
            <a:ext cx="5158534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1745267"/>
            <a:ext cx="5183939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2616067"/>
            <a:ext cx="5183939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2024-10-17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969" y="2159377"/>
            <a:ext cx="5715828" cy="1382692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2024-10-17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969" y="3733855"/>
            <a:ext cx="5715828" cy="1186144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2024-10-17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321" y="713797"/>
            <a:ext cx="4682333" cy="142841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3335" y="713797"/>
            <a:ext cx="5712710" cy="54045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321" y="2314277"/>
            <a:ext cx="4682333" cy="38122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2024-10-17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6412" y="365189"/>
            <a:ext cx="909033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0" y="365189"/>
            <a:ext cx="9447811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2024-10-17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321" y="551640"/>
            <a:ext cx="10517123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47015" y="269298"/>
            <a:ext cx="229421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STM32</a:t>
            </a:r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的地址空间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0B8BD1F-93F9-0C57-1453-84BD480B8396}"/>
              </a:ext>
            </a:extLst>
          </p:cNvPr>
          <p:cNvSpPr txBox="1"/>
          <p:nvPr/>
        </p:nvSpPr>
        <p:spPr>
          <a:xfrm>
            <a:off x="623187" y="2844225"/>
            <a:ext cx="10945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如何找到</a:t>
            </a:r>
            <a:r>
              <a:rPr lang="en-US" altLang="zh-CN" sz="3200" b="1" dirty="0"/>
              <a:t>GPIOA</a:t>
            </a:r>
            <a:r>
              <a:rPr lang="zh-CN" altLang="en-US" sz="3200" b="1" dirty="0"/>
              <a:t>的寄存器并将数据写入到相关的寄存器呢？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55B20-43B7-4F3A-751B-405F40704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B869183-0375-8290-26CB-E63A86A52968}"/>
              </a:ext>
            </a:extLst>
          </p:cNvPr>
          <p:cNvSpPr/>
          <p:nvPr/>
        </p:nvSpPr>
        <p:spPr>
          <a:xfrm>
            <a:off x="1947015" y="269298"/>
            <a:ext cx="229421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STM32</a:t>
            </a:r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的地址空间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9C42C0-C9B9-9F13-B6D3-48B339A5C84A}"/>
              </a:ext>
            </a:extLst>
          </p:cNvPr>
          <p:cNvSpPr txBox="1"/>
          <p:nvPr/>
        </p:nvSpPr>
        <p:spPr>
          <a:xfrm>
            <a:off x="5369257" y="84988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在数据手册中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5E428A-22AD-157F-2398-4B6167B5E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3" y="669408"/>
            <a:ext cx="3959130" cy="56374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3449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47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52EEEF1-F08C-C0FF-3370-678B70C85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919" y="974961"/>
            <a:ext cx="8328557" cy="522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196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c064124-f537-4a0d-887a-4f44502825de"/>
  <p:tag name="COMMONDATA" val="eyJoZGlkIjoiNWM2ZTM5MWI1NGI2YTlmMTlhZGVmZWRhMzc2ZTZj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宽屏</PresentationFormat>
  <Paragraphs>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2018-03-01T02:03:00Z</dcterms:created>
  <dcterms:modified xsi:type="dcterms:W3CDTF">2024-10-16T22:29:04Z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F7B4B2F6CD0549B6AE63142D8D89DB87_12</vt:lpwstr>
  </property>
</Properties>
</file>