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5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17D93-DE5A-1516-BEBF-734484DD6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1BC796-0644-94CF-45EA-146B0D55E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9807F3-CCA8-9343-12E9-DEC6455BC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D0474-0C52-D95B-9CC5-8E2596C4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4CEF21-6814-FD0A-5288-78CD1022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88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3FA78-0363-5E9C-038A-F8C00069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24832-A684-B755-336B-06F5ECA47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60BEE1-2A31-6A96-76C0-7C8A69A3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6A2530-CEC9-9F96-10C6-A6C42BE7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EB4C6-7D75-0EB9-37DA-3F5CC4E4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47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0E029-A5F4-E518-F0CC-C24D6C14C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29813F-3F1C-9395-1768-01BC15823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AC0604-0DC9-1AB0-2125-62052DC2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F57C78-BE89-47DE-5AE6-F37FB72F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119BB3-F06F-EFD2-65CD-3BB93F1A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5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EBDF9-1DA9-A6AB-AD0B-00340381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64B344-6C08-1F92-842B-C91543443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B86D75-B0CE-F03E-BF74-89F9AC72A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44A55A-5FB8-FB5B-1588-A3321C86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7DC854-8384-BE35-7F5A-EFC5E45C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D8890-617F-F0FF-4154-61F928F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8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A4419-B043-55FD-7570-7810CEC3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43A6A2-A94F-3880-8F7D-D8C6E7EBB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B7D656-DC9F-FB2C-87A4-A2041405F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969CC6-0F8F-1925-3293-48EF35E7C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0DB894-FE75-738F-5129-53B6FBDC5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FCA701-4C20-382C-67DA-6AF3665E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6A9852-0CE1-A5EC-BB54-D6A849FE9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56F19F-7646-6950-AD58-5F2F1908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69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E4C0E-3D5B-A2CC-F21E-3A1DF39B4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32DCD7-C80B-05FE-E14D-7E64BEA5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7E3F7B-20CA-B1FF-F39E-6650DEBAA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C5F544-0012-9F5B-9BFB-B024C831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79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1DEDDB-0B4B-5E3A-5268-6DC2CEE6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9F51BB6-E8DA-5B1A-594D-6E71EF69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F76A8D-DE9F-4707-7346-1348A540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998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E694E-6B54-415E-846D-E3D1B236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D7C83-ADFE-B856-FA73-ECE53193C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B02318-79F4-A1B0-55E2-3F577A3CF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F89C79-C7E4-F3BC-B8B8-F49AEE4D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D3867D-155B-D1B0-82CF-38B4EB0A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8C283A-228F-F105-1696-523EB878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16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57994-C8F0-E2BD-13CD-6BF519B96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2494AD-9D73-E6FB-9A68-CB79FDAC3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58F818-AB06-0FE6-3EE2-9FA284008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2F3417-DB1F-5AD6-9165-20C18814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C5C23C-13D1-C70F-2286-7F4FA920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876A36-7365-E29C-2188-F17C66AE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84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55E09-1786-872E-A45C-8AE58D91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BFA1B1-8DE6-47CF-7890-73A215623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8139F2-BAD9-1117-4C61-5D88CB6B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781A3-2DEC-7F07-31E6-560F4AC6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8EDE9-FC16-8C02-AD14-F9BD4539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87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438840-7A54-56AC-2DF7-2F48E12B8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3EF470-3122-AD30-40ED-F093EC134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24B4C-BB15-DCF9-321D-019DEED0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6779A-31C7-1BA9-396C-06CE4251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58B77B-AE00-7028-88E2-DBE8CD2F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922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7134F4-0221-E377-8B6D-842B194D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3AE837-E7B3-8680-6E49-884D010F9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C892C-D498-C990-794E-F78447D24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E33BD-1988-4F16-BC61-1A2047255A0C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CA49BC-C720-0E06-9344-C318EA0C8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0C38C7-716E-897B-BB78-7F983AF5A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AC960-5877-41F9-BD93-8161079DB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92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A2B0057-9A31-ECDC-42A1-94252EB57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868" y="676899"/>
            <a:ext cx="7827663" cy="550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1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7883D9-A244-1FCF-8BA6-6ED758C62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823" y="379344"/>
            <a:ext cx="7172676" cy="609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1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书记 小卖部</dc:creator>
  <cp:lastModifiedBy>书记 小卖部</cp:lastModifiedBy>
  <cp:revision>3</cp:revision>
  <dcterms:created xsi:type="dcterms:W3CDTF">2024-10-18T20:35:34Z</dcterms:created>
  <dcterms:modified xsi:type="dcterms:W3CDTF">2024-10-18T21:30:42Z</dcterms:modified>
</cp:coreProperties>
</file>